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2" r:id="rId5"/>
    <p:sldId id="299" r:id="rId6"/>
    <p:sldId id="261" r:id="rId7"/>
    <p:sldId id="297" r:id="rId8"/>
    <p:sldId id="298" r:id="rId9"/>
    <p:sldId id="301" r:id="rId10"/>
    <p:sldId id="300" r:id="rId11"/>
    <p:sldId id="279" r:id="rId12"/>
    <p:sldId id="303" r:id="rId13"/>
    <p:sldId id="276" r:id="rId14"/>
    <p:sldId id="302" r:id="rId15"/>
    <p:sldId id="293" r:id="rId16"/>
    <p:sldId id="28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5B3A"/>
    <a:srgbClr val="D84400"/>
    <a:srgbClr val="446992"/>
    <a:srgbClr val="AEC2D8"/>
    <a:srgbClr val="98432A"/>
    <a:srgbClr val="44678D"/>
    <a:srgbClr val="263E5A"/>
    <a:srgbClr val="D6E0EB"/>
    <a:srgbClr val="728DAB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839" autoAdjust="0"/>
  </p:normalViewPr>
  <p:slideViewPr>
    <p:cSldViewPr snapToGrid="0" showGuides="1">
      <p:cViewPr varScale="1">
        <p:scale>
          <a:sx n="59" d="100"/>
          <a:sy n="59" d="100"/>
        </p:scale>
        <p:origin x="924" y="5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0D199E-B4ED-46F5-9FDE-512BFB3B0C70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B120BB-811A-4046-840B-FA60B9C0847B}">
      <dgm:prSet/>
      <dgm:spPr/>
      <dgm:t>
        <a:bodyPr/>
        <a:lstStyle/>
        <a:p>
          <a:pPr algn="l">
            <a:buNone/>
          </a:pPr>
          <a:r>
            <a:rPr lang="en-IN" dirty="0"/>
            <a:t>➢</a:t>
          </a:r>
          <a:r>
            <a:rPr lang="en-US" dirty="0"/>
            <a:t>The digital world produces massive amounts of data every day.</a:t>
          </a:r>
        </a:p>
        <a:p>
          <a:pPr algn="l">
            <a:buNone/>
          </a:pPr>
          <a:r>
            <a:rPr lang="en-IN" dirty="0"/>
            <a:t>➢</a:t>
          </a:r>
          <a:r>
            <a:rPr lang="en-US" dirty="0"/>
            <a:t>Efficient data transport and storage are crucial in modern communication systems.</a:t>
          </a:r>
        </a:p>
        <a:p>
          <a:pPr algn="l">
            <a:buNone/>
          </a:pPr>
          <a:r>
            <a:rPr lang="en-IN" dirty="0"/>
            <a:t>➢</a:t>
          </a:r>
          <a:r>
            <a:rPr lang="en-US" dirty="0"/>
            <a:t>Lossless Data Compression reduces the number of bits needed to represent data without losing any information.</a:t>
          </a:r>
        </a:p>
        <a:p>
          <a:pPr algn="l">
            <a:buNone/>
          </a:pPr>
          <a:r>
            <a:rPr lang="en-IN" dirty="0"/>
            <a:t>➢</a:t>
          </a:r>
          <a:r>
            <a:rPr lang="en-US" dirty="0"/>
            <a:t>Arithmetic coding is a popular technique in this field.</a:t>
          </a:r>
        </a:p>
        <a:p>
          <a:pPr algn="l">
            <a:buNone/>
          </a:pPr>
          <a:r>
            <a:rPr lang="en-IN" dirty="0"/>
            <a:t>➢</a:t>
          </a:r>
          <a:r>
            <a:rPr lang="en-US" dirty="0"/>
            <a:t>Recent advances in Deep Learning, particularly Recurrent Neural Networks (RNNs), offer potential improvements in compression performance.</a:t>
          </a:r>
        </a:p>
      </dgm:t>
    </dgm:pt>
    <dgm:pt modelId="{1EE65184-286C-4362-AADB-C80A39079A56}" type="parTrans" cxnId="{DE53F5B3-DD18-4937-A154-ED44C513052E}">
      <dgm:prSet/>
      <dgm:spPr/>
      <dgm:t>
        <a:bodyPr/>
        <a:lstStyle/>
        <a:p>
          <a:endParaRPr lang="en-US"/>
        </a:p>
      </dgm:t>
    </dgm:pt>
    <dgm:pt modelId="{F8D76E6E-8851-4387-A511-ACE7AD8A1029}" type="sibTrans" cxnId="{DE53F5B3-DD18-4937-A154-ED44C513052E}">
      <dgm:prSet/>
      <dgm:spPr/>
      <dgm:t>
        <a:bodyPr/>
        <a:lstStyle/>
        <a:p>
          <a:endParaRPr lang="en-US"/>
        </a:p>
      </dgm:t>
    </dgm:pt>
    <dgm:pt modelId="{A23CD7CF-A3DF-4899-A90F-7E1DFF60F418}" type="pres">
      <dgm:prSet presAssocID="{050D199E-B4ED-46F5-9FDE-512BFB3B0C70}" presName="diagram" presStyleCnt="0">
        <dgm:presLayoutVars>
          <dgm:dir/>
          <dgm:resizeHandles val="exact"/>
        </dgm:presLayoutVars>
      </dgm:prSet>
      <dgm:spPr/>
    </dgm:pt>
    <dgm:pt modelId="{41F5415C-885B-4423-AFF2-ECDE0CBE0518}" type="pres">
      <dgm:prSet presAssocID="{F0B120BB-811A-4046-840B-FA60B9C0847B}" presName="node" presStyleLbl="node1" presStyleIdx="0" presStyleCnt="1" custScaleX="95713" custScaleY="93402">
        <dgm:presLayoutVars>
          <dgm:bulletEnabled val="1"/>
        </dgm:presLayoutVars>
      </dgm:prSet>
      <dgm:spPr/>
    </dgm:pt>
  </dgm:ptLst>
  <dgm:cxnLst>
    <dgm:cxn modelId="{0A380789-9239-4F53-A747-F4E4FC455E3B}" type="presOf" srcId="{050D199E-B4ED-46F5-9FDE-512BFB3B0C70}" destId="{A23CD7CF-A3DF-4899-A90F-7E1DFF60F418}" srcOrd="0" destOrd="0" presId="urn:microsoft.com/office/officeart/2005/8/layout/default"/>
    <dgm:cxn modelId="{DE53F5B3-DD18-4937-A154-ED44C513052E}" srcId="{050D199E-B4ED-46F5-9FDE-512BFB3B0C70}" destId="{F0B120BB-811A-4046-840B-FA60B9C0847B}" srcOrd="0" destOrd="0" parTransId="{1EE65184-286C-4362-AADB-C80A39079A56}" sibTransId="{F8D76E6E-8851-4387-A511-ACE7AD8A1029}"/>
    <dgm:cxn modelId="{370C56D0-CD55-4099-8421-D43D3DCEF4D2}" type="presOf" srcId="{F0B120BB-811A-4046-840B-FA60B9C0847B}" destId="{41F5415C-885B-4423-AFF2-ECDE0CBE0518}" srcOrd="0" destOrd="0" presId="urn:microsoft.com/office/officeart/2005/8/layout/default"/>
    <dgm:cxn modelId="{89367A29-871E-49A7-8B4C-EA50FDF53740}" type="presParOf" srcId="{A23CD7CF-A3DF-4899-A90F-7E1DFF60F418}" destId="{41F5415C-885B-4423-AFF2-ECDE0CBE051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3122EC-8AD8-4806-B889-67BEBF0C812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08538AE-B372-4A91-8AA6-22ED1D380E1B}">
      <dgm:prSet/>
      <dgm:spPr/>
      <dgm:t>
        <a:bodyPr/>
        <a:lstStyle/>
        <a:p>
          <a:r>
            <a:rPr lang="en-US" b="0" i="0" baseline="0" dirty="0"/>
            <a:t>Traditional compression techniques (e.g., Shannon Fano) do not fully capture the structure of input text data.</a:t>
          </a:r>
          <a:endParaRPr lang="en-US" dirty="0"/>
        </a:p>
      </dgm:t>
    </dgm:pt>
    <dgm:pt modelId="{193CEC74-165C-4A0F-B626-27DF5DABDFCC}" type="parTrans" cxnId="{CF503DEB-60F9-4360-B422-CFBFFB4F6943}">
      <dgm:prSet/>
      <dgm:spPr/>
      <dgm:t>
        <a:bodyPr/>
        <a:lstStyle/>
        <a:p>
          <a:endParaRPr lang="en-US"/>
        </a:p>
      </dgm:t>
    </dgm:pt>
    <dgm:pt modelId="{7186CC22-5863-4AA6-817B-0F9A6BA5B7EF}" type="sibTrans" cxnId="{CF503DEB-60F9-4360-B422-CFBFFB4F6943}">
      <dgm:prSet/>
      <dgm:spPr/>
      <dgm:t>
        <a:bodyPr/>
        <a:lstStyle/>
        <a:p>
          <a:endParaRPr lang="en-US"/>
        </a:p>
      </dgm:t>
    </dgm:pt>
    <dgm:pt modelId="{B1FD4AD3-8CD7-4A61-AA18-E9824A4522AB}">
      <dgm:prSet/>
      <dgm:spPr/>
      <dgm:t>
        <a:bodyPr/>
        <a:lstStyle/>
        <a:p>
          <a:r>
            <a:rPr lang="en-US" b="0" i="0" baseline="0"/>
            <a:t>They primarily rely on statistical properties and ignore long-range dependencies.</a:t>
          </a:r>
          <a:endParaRPr lang="en-US"/>
        </a:p>
      </dgm:t>
    </dgm:pt>
    <dgm:pt modelId="{63CDEF47-477E-41FD-A927-DB0CB0C513E9}" type="parTrans" cxnId="{CD66B4DD-93C5-4745-9FE2-80A57FB33E6C}">
      <dgm:prSet/>
      <dgm:spPr/>
      <dgm:t>
        <a:bodyPr/>
        <a:lstStyle/>
        <a:p>
          <a:endParaRPr lang="en-US"/>
        </a:p>
      </dgm:t>
    </dgm:pt>
    <dgm:pt modelId="{92923AF1-F7B0-4A55-BABB-03005D66E310}" type="sibTrans" cxnId="{CD66B4DD-93C5-4745-9FE2-80A57FB33E6C}">
      <dgm:prSet/>
      <dgm:spPr/>
      <dgm:t>
        <a:bodyPr/>
        <a:lstStyle/>
        <a:p>
          <a:endParaRPr lang="en-US"/>
        </a:p>
      </dgm:t>
    </dgm:pt>
    <dgm:pt modelId="{C3C892D4-F46A-40A4-A4D7-10FB101FEAC1}">
      <dgm:prSet/>
      <dgm:spPr/>
      <dgm:t>
        <a:bodyPr/>
        <a:lstStyle/>
        <a:p>
          <a:r>
            <a:rPr lang="en-US" b="0" i="0" baseline="0"/>
            <a:t>This leads to sub-optimal compression performance, especially on complex structured text data.</a:t>
          </a:r>
          <a:endParaRPr lang="en-US"/>
        </a:p>
      </dgm:t>
    </dgm:pt>
    <dgm:pt modelId="{98EDA1AD-C05B-426A-9755-7BA042FA8BEE}" type="parTrans" cxnId="{C4A2DE7C-A510-458F-994F-ACB57FDC3E34}">
      <dgm:prSet/>
      <dgm:spPr/>
      <dgm:t>
        <a:bodyPr/>
        <a:lstStyle/>
        <a:p>
          <a:endParaRPr lang="en-US"/>
        </a:p>
      </dgm:t>
    </dgm:pt>
    <dgm:pt modelId="{1293526E-3155-43B6-B6DF-A81CAD410B91}" type="sibTrans" cxnId="{C4A2DE7C-A510-458F-994F-ACB57FDC3E34}">
      <dgm:prSet/>
      <dgm:spPr/>
      <dgm:t>
        <a:bodyPr/>
        <a:lstStyle/>
        <a:p>
          <a:endParaRPr lang="en-US"/>
        </a:p>
      </dgm:t>
    </dgm:pt>
    <dgm:pt modelId="{1269745B-9CD5-43CC-B5B2-5F07E6B7DF42}">
      <dgm:prSet/>
      <dgm:spPr/>
      <dgm:t>
        <a:bodyPr/>
        <a:lstStyle/>
        <a:p>
          <a:r>
            <a:rPr lang="en-US" b="0" i="0" baseline="0"/>
            <a:t>The challenge: How to improve compression ratios while maintaining losslessness and ensuring adaptability to diverse datasets.</a:t>
          </a:r>
          <a:endParaRPr lang="en-US"/>
        </a:p>
      </dgm:t>
    </dgm:pt>
    <dgm:pt modelId="{F35D7A6C-AA46-4F10-8E96-9C9C00678D5F}" type="parTrans" cxnId="{7CFF1FF1-659C-423D-849A-84CDAD6B3F3F}">
      <dgm:prSet/>
      <dgm:spPr/>
      <dgm:t>
        <a:bodyPr/>
        <a:lstStyle/>
        <a:p>
          <a:endParaRPr lang="en-US"/>
        </a:p>
      </dgm:t>
    </dgm:pt>
    <dgm:pt modelId="{95E534E1-61EF-49C3-802B-FDE4568EF49A}" type="sibTrans" cxnId="{7CFF1FF1-659C-423D-849A-84CDAD6B3F3F}">
      <dgm:prSet/>
      <dgm:spPr/>
      <dgm:t>
        <a:bodyPr/>
        <a:lstStyle/>
        <a:p>
          <a:endParaRPr lang="en-US"/>
        </a:p>
      </dgm:t>
    </dgm:pt>
    <dgm:pt modelId="{FD27BC98-F7E0-4CA4-AA28-5E9D0AF574FA}" type="pres">
      <dgm:prSet presAssocID="{F33122EC-8AD8-4806-B889-67BEBF0C8129}" presName="root" presStyleCnt="0">
        <dgm:presLayoutVars>
          <dgm:dir/>
          <dgm:resizeHandles val="exact"/>
        </dgm:presLayoutVars>
      </dgm:prSet>
      <dgm:spPr/>
    </dgm:pt>
    <dgm:pt modelId="{0FB800C6-8EB6-4BD9-81DF-3A4319D2645A}" type="pres">
      <dgm:prSet presAssocID="{B08538AE-B372-4A91-8AA6-22ED1D380E1B}" presName="compNode" presStyleCnt="0"/>
      <dgm:spPr/>
    </dgm:pt>
    <dgm:pt modelId="{7B5D2306-E419-4BEB-9100-6862100B0FC8}" type="pres">
      <dgm:prSet presAssocID="{B08538AE-B372-4A91-8AA6-22ED1D380E1B}" presName="bgRect" presStyleLbl="bgShp" presStyleIdx="0" presStyleCnt="4" custLinFactNeighborX="1749" custLinFactNeighborY="-197"/>
      <dgm:spPr/>
    </dgm:pt>
    <dgm:pt modelId="{1AA28CD0-A546-4D51-B74F-770BF134A971}" type="pres">
      <dgm:prSet presAssocID="{B08538AE-B372-4A91-8AA6-22ED1D380E1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2A60CD2-011B-4B33-8195-BF76A1378F84}" type="pres">
      <dgm:prSet presAssocID="{B08538AE-B372-4A91-8AA6-22ED1D380E1B}" presName="spaceRect" presStyleCnt="0"/>
      <dgm:spPr/>
    </dgm:pt>
    <dgm:pt modelId="{A9C43EB7-B962-4357-A5A7-9D89A44195E4}" type="pres">
      <dgm:prSet presAssocID="{B08538AE-B372-4A91-8AA6-22ED1D380E1B}" presName="parTx" presStyleLbl="revTx" presStyleIdx="0" presStyleCnt="4">
        <dgm:presLayoutVars>
          <dgm:chMax val="0"/>
          <dgm:chPref val="0"/>
        </dgm:presLayoutVars>
      </dgm:prSet>
      <dgm:spPr/>
    </dgm:pt>
    <dgm:pt modelId="{FBAAEAFB-7049-4D81-8079-270F3C0AADDB}" type="pres">
      <dgm:prSet presAssocID="{7186CC22-5863-4AA6-817B-0F9A6BA5B7EF}" presName="sibTrans" presStyleCnt="0"/>
      <dgm:spPr/>
    </dgm:pt>
    <dgm:pt modelId="{5E025A9C-B41B-47A2-BAFD-B554397CFA25}" type="pres">
      <dgm:prSet presAssocID="{B1FD4AD3-8CD7-4A61-AA18-E9824A4522AB}" presName="compNode" presStyleCnt="0"/>
      <dgm:spPr/>
    </dgm:pt>
    <dgm:pt modelId="{DE1680E5-5088-430A-B94A-1A3B63083A81}" type="pres">
      <dgm:prSet presAssocID="{B1FD4AD3-8CD7-4A61-AA18-E9824A4522AB}" presName="bgRect" presStyleLbl="bgShp" presStyleIdx="1" presStyleCnt="4"/>
      <dgm:spPr/>
    </dgm:pt>
    <dgm:pt modelId="{540C448C-D7A9-4828-8C20-3C6035FFAD4D}" type="pres">
      <dgm:prSet presAssocID="{B1FD4AD3-8CD7-4A61-AA18-E9824A4522A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988056E-9650-4A98-978A-43978832AB3D}" type="pres">
      <dgm:prSet presAssocID="{B1FD4AD3-8CD7-4A61-AA18-E9824A4522AB}" presName="spaceRect" presStyleCnt="0"/>
      <dgm:spPr/>
    </dgm:pt>
    <dgm:pt modelId="{A004EF97-B71B-4F53-944A-A299B4BF6290}" type="pres">
      <dgm:prSet presAssocID="{B1FD4AD3-8CD7-4A61-AA18-E9824A4522AB}" presName="parTx" presStyleLbl="revTx" presStyleIdx="1" presStyleCnt="4">
        <dgm:presLayoutVars>
          <dgm:chMax val="0"/>
          <dgm:chPref val="0"/>
        </dgm:presLayoutVars>
      </dgm:prSet>
      <dgm:spPr/>
    </dgm:pt>
    <dgm:pt modelId="{8CBC0AA9-4B7C-499D-99A3-F3EC0795DC28}" type="pres">
      <dgm:prSet presAssocID="{92923AF1-F7B0-4A55-BABB-03005D66E310}" presName="sibTrans" presStyleCnt="0"/>
      <dgm:spPr/>
    </dgm:pt>
    <dgm:pt modelId="{BC0D0EFF-F67E-42DD-BDF8-04B0B112A765}" type="pres">
      <dgm:prSet presAssocID="{C3C892D4-F46A-40A4-A4D7-10FB101FEAC1}" presName="compNode" presStyleCnt="0"/>
      <dgm:spPr/>
    </dgm:pt>
    <dgm:pt modelId="{307EB65F-40BF-4997-A6B3-F39B68E529AF}" type="pres">
      <dgm:prSet presAssocID="{C3C892D4-F46A-40A4-A4D7-10FB101FEAC1}" presName="bgRect" presStyleLbl="bgShp" presStyleIdx="2" presStyleCnt="4"/>
      <dgm:spPr/>
    </dgm:pt>
    <dgm:pt modelId="{0C5BFF2C-2395-4198-88AF-44AE65C3D6AF}" type="pres">
      <dgm:prSet presAssocID="{C3C892D4-F46A-40A4-A4D7-10FB101FEAC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2D09472-5058-4F8E-9B7D-BE2C1014137E}" type="pres">
      <dgm:prSet presAssocID="{C3C892D4-F46A-40A4-A4D7-10FB101FEAC1}" presName="spaceRect" presStyleCnt="0"/>
      <dgm:spPr/>
    </dgm:pt>
    <dgm:pt modelId="{C1C3EE10-B341-4180-B824-48A4D78BF1B3}" type="pres">
      <dgm:prSet presAssocID="{C3C892D4-F46A-40A4-A4D7-10FB101FEAC1}" presName="parTx" presStyleLbl="revTx" presStyleIdx="2" presStyleCnt="4">
        <dgm:presLayoutVars>
          <dgm:chMax val="0"/>
          <dgm:chPref val="0"/>
        </dgm:presLayoutVars>
      </dgm:prSet>
      <dgm:spPr/>
    </dgm:pt>
    <dgm:pt modelId="{F69544F0-5369-4DE3-8A9F-121B59F2329F}" type="pres">
      <dgm:prSet presAssocID="{1293526E-3155-43B6-B6DF-A81CAD410B91}" presName="sibTrans" presStyleCnt="0"/>
      <dgm:spPr/>
    </dgm:pt>
    <dgm:pt modelId="{49F7BE5B-3009-4D82-90EA-00C0F9ABDD8B}" type="pres">
      <dgm:prSet presAssocID="{1269745B-9CD5-43CC-B5B2-5F07E6B7DF42}" presName="compNode" presStyleCnt="0"/>
      <dgm:spPr/>
    </dgm:pt>
    <dgm:pt modelId="{8752BE9F-A6F4-4009-BAD2-92F40709C450}" type="pres">
      <dgm:prSet presAssocID="{1269745B-9CD5-43CC-B5B2-5F07E6B7DF42}" presName="bgRect" presStyleLbl="bgShp" presStyleIdx="3" presStyleCnt="4"/>
      <dgm:spPr/>
    </dgm:pt>
    <dgm:pt modelId="{93B750C3-8672-4964-94C8-13ABBD6C8610}" type="pres">
      <dgm:prSet presAssocID="{1269745B-9CD5-43CC-B5B2-5F07E6B7DF4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9FBDACE2-52F2-4774-9017-0A57D43AB706}" type="pres">
      <dgm:prSet presAssocID="{1269745B-9CD5-43CC-B5B2-5F07E6B7DF42}" presName="spaceRect" presStyleCnt="0"/>
      <dgm:spPr/>
    </dgm:pt>
    <dgm:pt modelId="{37C732C8-0D60-4344-970F-4EBAE79411CC}" type="pres">
      <dgm:prSet presAssocID="{1269745B-9CD5-43CC-B5B2-5F07E6B7DF4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0B97417-20B0-4A6A-8D3B-E3A5D0671F10}" type="presOf" srcId="{B1FD4AD3-8CD7-4A61-AA18-E9824A4522AB}" destId="{A004EF97-B71B-4F53-944A-A299B4BF6290}" srcOrd="0" destOrd="0" presId="urn:microsoft.com/office/officeart/2018/2/layout/IconVerticalSolidList"/>
    <dgm:cxn modelId="{75F87351-BEC2-4B5A-835A-9A41E2337A94}" type="presOf" srcId="{B08538AE-B372-4A91-8AA6-22ED1D380E1B}" destId="{A9C43EB7-B962-4357-A5A7-9D89A44195E4}" srcOrd="0" destOrd="0" presId="urn:microsoft.com/office/officeart/2018/2/layout/IconVerticalSolidList"/>
    <dgm:cxn modelId="{C4A2DE7C-A510-458F-994F-ACB57FDC3E34}" srcId="{F33122EC-8AD8-4806-B889-67BEBF0C8129}" destId="{C3C892D4-F46A-40A4-A4D7-10FB101FEAC1}" srcOrd="2" destOrd="0" parTransId="{98EDA1AD-C05B-426A-9755-7BA042FA8BEE}" sibTransId="{1293526E-3155-43B6-B6DF-A81CAD410B91}"/>
    <dgm:cxn modelId="{6F68218D-A901-4645-932E-829521DF0C04}" type="presOf" srcId="{C3C892D4-F46A-40A4-A4D7-10FB101FEAC1}" destId="{C1C3EE10-B341-4180-B824-48A4D78BF1B3}" srcOrd="0" destOrd="0" presId="urn:microsoft.com/office/officeart/2018/2/layout/IconVerticalSolidList"/>
    <dgm:cxn modelId="{F276E4D0-0437-4E79-8BAE-2458E10599C5}" type="presOf" srcId="{F33122EC-8AD8-4806-B889-67BEBF0C8129}" destId="{FD27BC98-F7E0-4CA4-AA28-5E9D0AF574FA}" srcOrd="0" destOrd="0" presId="urn:microsoft.com/office/officeart/2018/2/layout/IconVerticalSolidList"/>
    <dgm:cxn modelId="{CD66B4DD-93C5-4745-9FE2-80A57FB33E6C}" srcId="{F33122EC-8AD8-4806-B889-67BEBF0C8129}" destId="{B1FD4AD3-8CD7-4A61-AA18-E9824A4522AB}" srcOrd="1" destOrd="0" parTransId="{63CDEF47-477E-41FD-A927-DB0CB0C513E9}" sibTransId="{92923AF1-F7B0-4A55-BABB-03005D66E310}"/>
    <dgm:cxn modelId="{9C9736E9-6476-47BB-8DEC-2FAD15F18AC4}" type="presOf" srcId="{1269745B-9CD5-43CC-B5B2-5F07E6B7DF42}" destId="{37C732C8-0D60-4344-970F-4EBAE79411CC}" srcOrd="0" destOrd="0" presId="urn:microsoft.com/office/officeart/2018/2/layout/IconVerticalSolidList"/>
    <dgm:cxn modelId="{CF503DEB-60F9-4360-B422-CFBFFB4F6943}" srcId="{F33122EC-8AD8-4806-B889-67BEBF0C8129}" destId="{B08538AE-B372-4A91-8AA6-22ED1D380E1B}" srcOrd="0" destOrd="0" parTransId="{193CEC74-165C-4A0F-B626-27DF5DABDFCC}" sibTransId="{7186CC22-5863-4AA6-817B-0F9A6BA5B7EF}"/>
    <dgm:cxn modelId="{7CFF1FF1-659C-423D-849A-84CDAD6B3F3F}" srcId="{F33122EC-8AD8-4806-B889-67BEBF0C8129}" destId="{1269745B-9CD5-43CC-B5B2-5F07E6B7DF42}" srcOrd="3" destOrd="0" parTransId="{F35D7A6C-AA46-4F10-8E96-9C9C00678D5F}" sibTransId="{95E534E1-61EF-49C3-802B-FDE4568EF49A}"/>
    <dgm:cxn modelId="{E3A9BBCA-3026-43E9-8342-D9413D71CB49}" type="presParOf" srcId="{FD27BC98-F7E0-4CA4-AA28-5E9D0AF574FA}" destId="{0FB800C6-8EB6-4BD9-81DF-3A4319D2645A}" srcOrd="0" destOrd="0" presId="urn:microsoft.com/office/officeart/2018/2/layout/IconVerticalSolidList"/>
    <dgm:cxn modelId="{6B8F6F8D-AFD8-4CE9-A17D-0E693F0CB304}" type="presParOf" srcId="{0FB800C6-8EB6-4BD9-81DF-3A4319D2645A}" destId="{7B5D2306-E419-4BEB-9100-6862100B0FC8}" srcOrd="0" destOrd="0" presId="urn:microsoft.com/office/officeart/2018/2/layout/IconVerticalSolidList"/>
    <dgm:cxn modelId="{CB2B6BFF-9234-427E-A50A-9AA6CE8677D6}" type="presParOf" srcId="{0FB800C6-8EB6-4BD9-81DF-3A4319D2645A}" destId="{1AA28CD0-A546-4D51-B74F-770BF134A971}" srcOrd="1" destOrd="0" presId="urn:microsoft.com/office/officeart/2018/2/layout/IconVerticalSolidList"/>
    <dgm:cxn modelId="{24E4D9B6-A278-40D6-8BAB-1E591F1A029F}" type="presParOf" srcId="{0FB800C6-8EB6-4BD9-81DF-3A4319D2645A}" destId="{D2A60CD2-011B-4B33-8195-BF76A1378F84}" srcOrd="2" destOrd="0" presId="urn:microsoft.com/office/officeart/2018/2/layout/IconVerticalSolidList"/>
    <dgm:cxn modelId="{BD3063BE-B242-46D7-9E48-49BFC3DC0B34}" type="presParOf" srcId="{0FB800C6-8EB6-4BD9-81DF-3A4319D2645A}" destId="{A9C43EB7-B962-4357-A5A7-9D89A44195E4}" srcOrd="3" destOrd="0" presId="urn:microsoft.com/office/officeart/2018/2/layout/IconVerticalSolidList"/>
    <dgm:cxn modelId="{C6CF5398-0635-4429-9D07-B635134FFCC5}" type="presParOf" srcId="{FD27BC98-F7E0-4CA4-AA28-5E9D0AF574FA}" destId="{FBAAEAFB-7049-4D81-8079-270F3C0AADDB}" srcOrd="1" destOrd="0" presId="urn:microsoft.com/office/officeart/2018/2/layout/IconVerticalSolidList"/>
    <dgm:cxn modelId="{B1550E30-2859-454E-BA35-847D65214AD6}" type="presParOf" srcId="{FD27BC98-F7E0-4CA4-AA28-5E9D0AF574FA}" destId="{5E025A9C-B41B-47A2-BAFD-B554397CFA25}" srcOrd="2" destOrd="0" presId="urn:microsoft.com/office/officeart/2018/2/layout/IconVerticalSolidList"/>
    <dgm:cxn modelId="{23D12E5C-9EA7-4F94-B276-8100C59D9367}" type="presParOf" srcId="{5E025A9C-B41B-47A2-BAFD-B554397CFA25}" destId="{DE1680E5-5088-430A-B94A-1A3B63083A81}" srcOrd="0" destOrd="0" presId="urn:microsoft.com/office/officeart/2018/2/layout/IconVerticalSolidList"/>
    <dgm:cxn modelId="{0506DAC0-8E5D-45F0-AF91-DFA840D7038E}" type="presParOf" srcId="{5E025A9C-B41B-47A2-BAFD-B554397CFA25}" destId="{540C448C-D7A9-4828-8C20-3C6035FFAD4D}" srcOrd="1" destOrd="0" presId="urn:microsoft.com/office/officeart/2018/2/layout/IconVerticalSolidList"/>
    <dgm:cxn modelId="{293D9900-EC2F-4C1C-9336-DD6CCA344285}" type="presParOf" srcId="{5E025A9C-B41B-47A2-BAFD-B554397CFA25}" destId="{1988056E-9650-4A98-978A-43978832AB3D}" srcOrd="2" destOrd="0" presId="urn:microsoft.com/office/officeart/2018/2/layout/IconVerticalSolidList"/>
    <dgm:cxn modelId="{6FFA3CE4-831D-471D-B721-D3C57E72A922}" type="presParOf" srcId="{5E025A9C-B41B-47A2-BAFD-B554397CFA25}" destId="{A004EF97-B71B-4F53-944A-A299B4BF6290}" srcOrd="3" destOrd="0" presId="urn:microsoft.com/office/officeart/2018/2/layout/IconVerticalSolidList"/>
    <dgm:cxn modelId="{C9F5AEA9-6C2B-46D3-8C97-F1EBB0C5B5A9}" type="presParOf" srcId="{FD27BC98-F7E0-4CA4-AA28-5E9D0AF574FA}" destId="{8CBC0AA9-4B7C-499D-99A3-F3EC0795DC28}" srcOrd="3" destOrd="0" presId="urn:microsoft.com/office/officeart/2018/2/layout/IconVerticalSolidList"/>
    <dgm:cxn modelId="{50309627-4F75-4190-82A5-A2781230B6C4}" type="presParOf" srcId="{FD27BC98-F7E0-4CA4-AA28-5E9D0AF574FA}" destId="{BC0D0EFF-F67E-42DD-BDF8-04B0B112A765}" srcOrd="4" destOrd="0" presId="urn:microsoft.com/office/officeart/2018/2/layout/IconVerticalSolidList"/>
    <dgm:cxn modelId="{36A35EAB-F413-4869-A6D0-B996ED03AD63}" type="presParOf" srcId="{BC0D0EFF-F67E-42DD-BDF8-04B0B112A765}" destId="{307EB65F-40BF-4997-A6B3-F39B68E529AF}" srcOrd="0" destOrd="0" presId="urn:microsoft.com/office/officeart/2018/2/layout/IconVerticalSolidList"/>
    <dgm:cxn modelId="{EB678937-5948-4EFF-953E-EB15FEAAF687}" type="presParOf" srcId="{BC0D0EFF-F67E-42DD-BDF8-04B0B112A765}" destId="{0C5BFF2C-2395-4198-88AF-44AE65C3D6AF}" srcOrd="1" destOrd="0" presId="urn:microsoft.com/office/officeart/2018/2/layout/IconVerticalSolidList"/>
    <dgm:cxn modelId="{1EAD253C-4B7D-4193-9D9C-F084A63ACAB7}" type="presParOf" srcId="{BC0D0EFF-F67E-42DD-BDF8-04B0B112A765}" destId="{12D09472-5058-4F8E-9B7D-BE2C1014137E}" srcOrd="2" destOrd="0" presId="urn:microsoft.com/office/officeart/2018/2/layout/IconVerticalSolidList"/>
    <dgm:cxn modelId="{2D6A6DDE-9D56-4C82-A37F-4E7662032276}" type="presParOf" srcId="{BC0D0EFF-F67E-42DD-BDF8-04B0B112A765}" destId="{C1C3EE10-B341-4180-B824-48A4D78BF1B3}" srcOrd="3" destOrd="0" presId="urn:microsoft.com/office/officeart/2018/2/layout/IconVerticalSolidList"/>
    <dgm:cxn modelId="{BCAC8231-30E1-4736-B9CB-5AEB81D92908}" type="presParOf" srcId="{FD27BC98-F7E0-4CA4-AA28-5E9D0AF574FA}" destId="{F69544F0-5369-4DE3-8A9F-121B59F2329F}" srcOrd="5" destOrd="0" presId="urn:microsoft.com/office/officeart/2018/2/layout/IconVerticalSolidList"/>
    <dgm:cxn modelId="{0637BA89-E5B3-4119-B6B0-1BE59A371650}" type="presParOf" srcId="{FD27BC98-F7E0-4CA4-AA28-5E9D0AF574FA}" destId="{49F7BE5B-3009-4D82-90EA-00C0F9ABDD8B}" srcOrd="6" destOrd="0" presId="urn:microsoft.com/office/officeart/2018/2/layout/IconVerticalSolidList"/>
    <dgm:cxn modelId="{58C0E780-BE8F-49CF-90CA-5CE9775CCCD0}" type="presParOf" srcId="{49F7BE5B-3009-4D82-90EA-00C0F9ABDD8B}" destId="{8752BE9F-A6F4-4009-BAD2-92F40709C450}" srcOrd="0" destOrd="0" presId="urn:microsoft.com/office/officeart/2018/2/layout/IconVerticalSolidList"/>
    <dgm:cxn modelId="{4DF56ABE-44A6-45AE-8953-7E132A135410}" type="presParOf" srcId="{49F7BE5B-3009-4D82-90EA-00C0F9ABDD8B}" destId="{93B750C3-8672-4964-94C8-13ABBD6C8610}" srcOrd="1" destOrd="0" presId="urn:microsoft.com/office/officeart/2018/2/layout/IconVerticalSolidList"/>
    <dgm:cxn modelId="{F1EE2450-1E65-4DA6-8E1D-ED50AA17C1BE}" type="presParOf" srcId="{49F7BE5B-3009-4D82-90EA-00C0F9ABDD8B}" destId="{9FBDACE2-52F2-4774-9017-0A57D43AB706}" srcOrd="2" destOrd="0" presId="urn:microsoft.com/office/officeart/2018/2/layout/IconVerticalSolidList"/>
    <dgm:cxn modelId="{B4FE3A8D-6ED5-48C9-B58D-A65816859F61}" type="presParOf" srcId="{49F7BE5B-3009-4D82-90EA-00C0F9ABDD8B}" destId="{37C732C8-0D60-4344-970F-4EBAE79411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FC5452-C644-4DE7-96BA-9CAF6EE7FF7D}" type="doc">
      <dgm:prSet loTypeId="urn:microsoft.com/office/officeart/2005/8/layout/hierarchy1" loCatId="hierarchy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C8665D7-E388-42FB-B34C-E4052CE0AB7C}">
      <dgm:prSet/>
      <dgm:spPr/>
      <dgm:t>
        <a:bodyPr/>
        <a:lstStyle/>
        <a:p>
          <a:r>
            <a:rPr lang="en-US" dirty="0"/>
            <a:t>Simple and Easy to Implement</a:t>
          </a:r>
          <a:endParaRPr lang="en-IN" dirty="0"/>
        </a:p>
      </dgm:t>
    </dgm:pt>
    <dgm:pt modelId="{D89B665C-E2C2-453F-8D10-AB8325443047}" type="parTrans" cxnId="{5900FEA5-719C-47D8-9C9D-D3D0606862EE}">
      <dgm:prSet/>
      <dgm:spPr/>
      <dgm:t>
        <a:bodyPr/>
        <a:lstStyle/>
        <a:p>
          <a:endParaRPr lang="en-IN"/>
        </a:p>
      </dgm:t>
    </dgm:pt>
    <dgm:pt modelId="{99AC88D3-2103-4A06-9A31-42D89BD584B0}" type="sibTrans" cxnId="{5900FEA5-719C-47D8-9C9D-D3D0606862EE}">
      <dgm:prSet/>
      <dgm:spPr/>
      <dgm:t>
        <a:bodyPr/>
        <a:lstStyle/>
        <a:p>
          <a:endParaRPr lang="en-IN"/>
        </a:p>
      </dgm:t>
    </dgm:pt>
    <dgm:pt modelId="{0EB86EFF-8146-40A1-B93F-7EEBCAB7477D}">
      <dgm:prSet/>
      <dgm:spPr/>
      <dgm:t>
        <a:bodyPr/>
        <a:lstStyle/>
        <a:p>
          <a:r>
            <a:rPr lang="en-IN" dirty="0"/>
            <a:t>Always Produces Lossless Output</a:t>
          </a:r>
        </a:p>
      </dgm:t>
    </dgm:pt>
    <dgm:pt modelId="{02F9FC39-0809-45D0-8A30-4979C916D13C}" type="parTrans" cxnId="{6BD177A2-FAE6-40F1-ABEC-4F8FBB4B5C27}">
      <dgm:prSet/>
      <dgm:spPr/>
      <dgm:t>
        <a:bodyPr/>
        <a:lstStyle/>
        <a:p>
          <a:endParaRPr lang="en-IN"/>
        </a:p>
      </dgm:t>
    </dgm:pt>
    <dgm:pt modelId="{BD48DD79-4F22-489E-B060-B5F745384A5F}" type="sibTrans" cxnId="{6BD177A2-FAE6-40F1-ABEC-4F8FBB4B5C27}">
      <dgm:prSet/>
      <dgm:spPr/>
      <dgm:t>
        <a:bodyPr/>
        <a:lstStyle/>
        <a:p>
          <a:endParaRPr lang="en-IN"/>
        </a:p>
      </dgm:t>
    </dgm:pt>
    <dgm:pt modelId="{FE15443A-7949-46AA-B20F-BAC95754290E}">
      <dgm:prSet/>
      <dgm:spPr/>
      <dgm:t>
        <a:bodyPr/>
        <a:lstStyle/>
        <a:p>
          <a:r>
            <a:rPr lang="en-US" dirty="0"/>
            <a:t>Good for Simple or Small Data</a:t>
          </a:r>
          <a:endParaRPr lang="en-IN" dirty="0"/>
        </a:p>
      </dgm:t>
    </dgm:pt>
    <dgm:pt modelId="{2D3786B0-875A-4DA9-86D0-A0B79B6739EB}" type="parTrans" cxnId="{D277A342-29D4-441E-BD7C-215E239EFA90}">
      <dgm:prSet/>
      <dgm:spPr/>
      <dgm:t>
        <a:bodyPr/>
        <a:lstStyle/>
        <a:p>
          <a:endParaRPr lang="en-IN"/>
        </a:p>
      </dgm:t>
    </dgm:pt>
    <dgm:pt modelId="{23571F80-5A26-44BD-999E-BB9EA1A4F0E8}" type="sibTrans" cxnId="{D277A342-29D4-441E-BD7C-215E239EFA90}">
      <dgm:prSet/>
      <dgm:spPr/>
      <dgm:t>
        <a:bodyPr/>
        <a:lstStyle/>
        <a:p>
          <a:endParaRPr lang="en-IN"/>
        </a:p>
      </dgm:t>
    </dgm:pt>
    <dgm:pt modelId="{EFBFD412-D5E0-4140-98FE-517624C8F2B1}" type="pres">
      <dgm:prSet presAssocID="{6CFC5452-C644-4DE7-96BA-9CAF6EE7FF7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9E01D01-406C-4F72-B2CB-9BDE7090437E}" type="pres">
      <dgm:prSet presAssocID="{7C8665D7-E388-42FB-B34C-E4052CE0AB7C}" presName="hierRoot1" presStyleCnt="0"/>
      <dgm:spPr/>
    </dgm:pt>
    <dgm:pt modelId="{D7CCFBF1-726D-4A55-B4A1-43C1060D9D31}" type="pres">
      <dgm:prSet presAssocID="{7C8665D7-E388-42FB-B34C-E4052CE0AB7C}" presName="composite" presStyleCnt="0"/>
      <dgm:spPr/>
    </dgm:pt>
    <dgm:pt modelId="{D6CA4DE3-184C-41EA-B48F-1A869F2453A2}" type="pres">
      <dgm:prSet presAssocID="{7C8665D7-E388-42FB-B34C-E4052CE0AB7C}" presName="background" presStyleLbl="node0" presStyleIdx="0" presStyleCnt="3"/>
      <dgm:spPr/>
    </dgm:pt>
    <dgm:pt modelId="{E9EE7E44-686E-44AD-8A21-F786F9A6E653}" type="pres">
      <dgm:prSet presAssocID="{7C8665D7-E388-42FB-B34C-E4052CE0AB7C}" presName="text" presStyleLbl="fgAcc0" presStyleIdx="0" presStyleCnt="3">
        <dgm:presLayoutVars>
          <dgm:chPref val="3"/>
        </dgm:presLayoutVars>
      </dgm:prSet>
      <dgm:spPr/>
    </dgm:pt>
    <dgm:pt modelId="{D426F855-95F8-4AB3-91FA-DC3A0DB0FA1C}" type="pres">
      <dgm:prSet presAssocID="{7C8665D7-E388-42FB-B34C-E4052CE0AB7C}" presName="hierChild2" presStyleCnt="0"/>
      <dgm:spPr/>
    </dgm:pt>
    <dgm:pt modelId="{C8B47416-66CF-4586-8454-2239B7092067}" type="pres">
      <dgm:prSet presAssocID="{0EB86EFF-8146-40A1-B93F-7EEBCAB7477D}" presName="hierRoot1" presStyleCnt="0"/>
      <dgm:spPr/>
    </dgm:pt>
    <dgm:pt modelId="{572E2B03-558C-4D97-A486-88DBD5D849B3}" type="pres">
      <dgm:prSet presAssocID="{0EB86EFF-8146-40A1-B93F-7EEBCAB7477D}" presName="composite" presStyleCnt="0"/>
      <dgm:spPr/>
    </dgm:pt>
    <dgm:pt modelId="{D02DC66E-487C-4433-900E-E30FCBC5D8D6}" type="pres">
      <dgm:prSet presAssocID="{0EB86EFF-8146-40A1-B93F-7EEBCAB7477D}" presName="background" presStyleLbl="node0" presStyleIdx="1" presStyleCnt="3"/>
      <dgm:spPr/>
    </dgm:pt>
    <dgm:pt modelId="{D061D1F9-6F6B-4AF0-AC39-90831C7DEBFD}" type="pres">
      <dgm:prSet presAssocID="{0EB86EFF-8146-40A1-B93F-7EEBCAB7477D}" presName="text" presStyleLbl="fgAcc0" presStyleIdx="1" presStyleCnt="3">
        <dgm:presLayoutVars>
          <dgm:chPref val="3"/>
        </dgm:presLayoutVars>
      </dgm:prSet>
      <dgm:spPr/>
    </dgm:pt>
    <dgm:pt modelId="{ADAE1F2C-C56A-4CEB-AF97-6BDDC576FC30}" type="pres">
      <dgm:prSet presAssocID="{0EB86EFF-8146-40A1-B93F-7EEBCAB7477D}" presName="hierChild2" presStyleCnt="0"/>
      <dgm:spPr/>
    </dgm:pt>
    <dgm:pt modelId="{E42F9AE5-209F-497E-A05C-3B116E388E92}" type="pres">
      <dgm:prSet presAssocID="{FE15443A-7949-46AA-B20F-BAC95754290E}" presName="hierRoot1" presStyleCnt="0"/>
      <dgm:spPr/>
    </dgm:pt>
    <dgm:pt modelId="{CE768883-F28B-43DB-9B72-98F68F3EA57B}" type="pres">
      <dgm:prSet presAssocID="{FE15443A-7949-46AA-B20F-BAC95754290E}" presName="composite" presStyleCnt="0"/>
      <dgm:spPr/>
    </dgm:pt>
    <dgm:pt modelId="{CA247E67-695A-4E8C-94B2-6BF9BE2C2085}" type="pres">
      <dgm:prSet presAssocID="{FE15443A-7949-46AA-B20F-BAC95754290E}" presName="background" presStyleLbl="node0" presStyleIdx="2" presStyleCnt="3"/>
      <dgm:spPr/>
    </dgm:pt>
    <dgm:pt modelId="{15B700C1-8399-41E4-952D-5692AE31DE7C}" type="pres">
      <dgm:prSet presAssocID="{FE15443A-7949-46AA-B20F-BAC95754290E}" presName="text" presStyleLbl="fgAcc0" presStyleIdx="2" presStyleCnt="3">
        <dgm:presLayoutVars>
          <dgm:chPref val="3"/>
        </dgm:presLayoutVars>
      </dgm:prSet>
      <dgm:spPr/>
    </dgm:pt>
    <dgm:pt modelId="{A47C5FBB-69CA-4B8A-BA1D-562F8890D900}" type="pres">
      <dgm:prSet presAssocID="{FE15443A-7949-46AA-B20F-BAC95754290E}" presName="hierChild2" presStyleCnt="0"/>
      <dgm:spPr/>
    </dgm:pt>
  </dgm:ptLst>
  <dgm:cxnLst>
    <dgm:cxn modelId="{E44BBC09-A72F-45B1-B30E-9B38DF3C062E}" type="presOf" srcId="{6CFC5452-C644-4DE7-96BA-9CAF6EE7FF7D}" destId="{EFBFD412-D5E0-4140-98FE-517624C8F2B1}" srcOrd="0" destOrd="0" presId="urn:microsoft.com/office/officeart/2005/8/layout/hierarchy1"/>
    <dgm:cxn modelId="{17386E16-AE97-4F0E-BE2C-B84D3BBC41CC}" type="presOf" srcId="{FE15443A-7949-46AA-B20F-BAC95754290E}" destId="{15B700C1-8399-41E4-952D-5692AE31DE7C}" srcOrd="0" destOrd="0" presId="urn:microsoft.com/office/officeart/2005/8/layout/hierarchy1"/>
    <dgm:cxn modelId="{D277A342-29D4-441E-BD7C-215E239EFA90}" srcId="{6CFC5452-C644-4DE7-96BA-9CAF6EE7FF7D}" destId="{FE15443A-7949-46AA-B20F-BAC95754290E}" srcOrd="2" destOrd="0" parTransId="{2D3786B0-875A-4DA9-86D0-A0B79B6739EB}" sibTransId="{23571F80-5A26-44BD-999E-BB9EA1A4F0E8}"/>
    <dgm:cxn modelId="{6BD177A2-FAE6-40F1-ABEC-4F8FBB4B5C27}" srcId="{6CFC5452-C644-4DE7-96BA-9CAF6EE7FF7D}" destId="{0EB86EFF-8146-40A1-B93F-7EEBCAB7477D}" srcOrd="1" destOrd="0" parTransId="{02F9FC39-0809-45D0-8A30-4979C916D13C}" sibTransId="{BD48DD79-4F22-489E-B060-B5F745384A5F}"/>
    <dgm:cxn modelId="{5900FEA5-719C-47D8-9C9D-D3D0606862EE}" srcId="{6CFC5452-C644-4DE7-96BA-9CAF6EE7FF7D}" destId="{7C8665D7-E388-42FB-B34C-E4052CE0AB7C}" srcOrd="0" destOrd="0" parTransId="{D89B665C-E2C2-453F-8D10-AB8325443047}" sibTransId="{99AC88D3-2103-4A06-9A31-42D89BD584B0}"/>
    <dgm:cxn modelId="{D14DA9F4-78EA-43FC-B172-3D85C4515207}" type="presOf" srcId="{0EB86EFF-8146-40A1-B93F-7EEBCAB7477D}" destId="{D061D1F9-6F6B-4AF0-AC39-90831C7DEBFD}" srcOrd="0" destOrd="0" presId="urn:microsoft.com/office/officeart/2005/8/layout/hierarchy1"/>
    <dgm:cxn modelId="{9411B3FE-A818-4AEC-AF3C-ECC0D0D57DB9}" type="presOf" srcId="{7C8665D7-E388-42FB-B34C-E4052CE0AB7C}" destId="{E9EE7E44-686E-44AD-8A21-F786F9A6E653}" srcOrd="0" destOrd="0" presId="urn:microsoft.com/office/officeart/2005/8/layout/hierarchy1"/>
    <dgm:cxn modelId="{F02771CE-D6E4-4E44-8C13-9E7070B47841}" type="presParOf" srcId="{EFBFD412-D5E0-4140-98FE-517624C8F2B1}" destId="{B9E01D01-406C-4F72-B2CB-9BDE7090437E}" srcOrd="0" destOrd="0" presId="urn:microsoft.com/office/officeart/2005/8/layout/hierarchy1"/>
    <dgm:cxn modelId="{15D3F045-8A48-412F-9E31-FE15BBA5C4BE}" type="presParOf" srcId="{B9E01D01-406C-4F72-B2CB-9BDE7090437E}" destId="{D7CCFBF1-726D-4A55-B4A1-43C1060D9D31}" srcOrd="0" destOrd="0" presId="urn:microsoft.com/office/officeart/2005/8/layout/hierarchy1"/>
    <dgm:cxn modelId="{8BD41560-32B2-48F0-A050-48C91FA59A55}" type="presParOf" srcId="{D7CCFBF1-726D-4A55-B4A1-43C1060D9D31}" destId="{D6CA4DE3-184C-41EA-B48F-1A869F2453A2}" srcOrd="0" destOrd="0" presId="urn:microsoft.com/office/officeart/2005/8/layout/hierarchy1"/>
    <dgm:cxn modelId="{EB2F80CD-CE89-44A4-B570-FA6BADE8C187}" type="presParOf" srcId="{D7CCFBF1-726D-4A55-B4A1-43C1060D9D31}" destId="{E9EE7E44-686E-44AD-8A21-F786F9A6E653}" srcOrd="1" destOrd="0" presId="urn:microsoft.com/office/officeart/2005/8/layout/hierarchy1"/>
    <dgm:cxn modelId="{4552BC91-BCEF-4443-81F5-45225284163F}" type="presParOf" srcId="{B9E01D01-406C-4F72-B2CB-9BDE7090437E}" destId="{D426F855-95F8-4AB3-91FA-DC3A0DB0FA1C}" srcOrd="1" destOrd="0" presId="urn:microsoft.com/office/officeart/2005/8/layout/hierarchy1"/>
    <dgm:cxn modelId="{F834F0D1-2BC0-442B-ADC9-2AD859B8204D}" type="presParOf" srcId="{EFBFD412-D5E0-4140-98FE-517624C8F2B1}" destId="{C8B47416-66CF-4586-8454-2239B7092067}" srcOrd="1" destOrd="0" presId="urn:microsoft.com/office/officeart/2005/8/layout/hierarchy1"/>
    <dgm:cxn modelId="{8517D123-553E-44DF-841C-CBC671F33E52}" type="presParOf" srcId="{C8B47416-66CF-4586-8454-2239B7092067}" destId="{572E2B03-558C-4D97-A486-88DBD5D849B3}" srcOrd="0" destOrd="0" presId="urn:microsoft.com/office/officeart/2005/8/layout/hierarchy1"/>
    <dgm:cxn modelId="{19682935-0EA8-450D-96F6-D466DC4595ED}" type="presParOf" srcId="{572E2B03-558C-4D97-A486-88DBD5D849B3}" destId="{D02DC66E-487C-4433-900E-E30FCBC5D8D6}" srcOrd="0" destOrd="0" presId="urn:microsoft.com/office/officeart/2005/8/layout/hierarchy1"/>
    <dgm:cxn modelId="{BB25658F-D6A5-440D-92E8-C4A11165F994}" type="presParOf" srcId="{572E2B03-558C-4D97-A486-88DBD5D849B3}" destId="{D061D1F9-6F6B-4AF0-AC39-90831C7DEBFD}" srcOrd="1" destOrd="0" presId="urn:microsoft.com/office/officeart/2005/8/layout/hierarchy1"/>
    <dgm:cxn modelId="{D1C0D321-3E18-4E81-839F-31D1FC111FE9}" type="presParOf" srcId="{C8B47416-66CF-4586-8454-2239B7092067}" destId="{ADAE1F2C-C56A-4CEB-AF97-6BDDC576FC30}" srcOrd="1" destOrd="0" presId="urn:microsoft.com/office/officeart/2005/8/layout/hierarchy1"/>
    <dgm:cxn modelId="{2D31B71E-5FCA-4237-B376-BFE4C6D2B612}" type="presParOf" srcId="{EFBFD412-D5E0-4140-98FE-517624C8F2B1}" destId="{E42F9AE5-209F-497E-A05C-3B116E388E92}" srcOrd="2" destOrd="0" presId="urn:microsoft.com/office/officeart/2005/8/layout/hierarchy1"/>
    <dgm:cxn modelId="{2D0CE29D-BE7C-4A4F-8A9E-1C7C774B3482}" type="presParOf" srcId="{E42F9AE5-209F-497E-A05C-3B116E388E92}" destId="{CE768883-F28B-43DB-9B72-98F68F3EA57B}" srcOrd="0" destOrd="0" presId="urn:microsoft.com/office/officeart/2005/8/layout/hierarchy1"/>
    <dgm:cxn modelId="{22A1FAFC-D785-4CC5-B529-328E34ECABE4}" type="presParOf" srcId="{CE768883-F28B-43DB-9B72-98F68F3EA57B}" destId="{CA247E67-695A-4E8C-94B2-6BF9BE2C2085}" srcOrd="0" destOrd="0" presId="urn:microsoft.com/office/officeart/2005/8/layout/hierarchy1"/>
    <dgm:cxn modelId="{88E814D1-83C4-435C-976C-22A98A2E76C9}" type="presParOf" srcId="{CE768883-F28B-43DB-9B72-98F68F3EA57B}" destId="{15B700C1-8399-41E4-952D-5692AE31DE7C}" srcOrd="1" destOrd="0" presId="urn:microsoft.com/office/officeart/2005/8/layout/hierarchy1"/>
    <dgm:cxn modelId="{2F0A2A59-1565-4393-9B50-08758538ED6B}" type="presParOf" srcId="{E42F9AE5-209F-497E-A05C-3B116E388E92}" destId="{A47C5FBB-69CA-4B8A-BA1D-562F8890D90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C9B8AE-64E1-4B24-A966-9B1C1B7F10A5}" type="doc">
      <dgm:prSet loTypeId="urn:microsoft.com/office/officeart/2005/8/layout/hierarchy1" loCatId="hierarchy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FBBE731-FDB2-4E2C-BF87-6BCF3E1FF5B2}">
      <dgm:prSet/>
      <dgm:spPr/>
      <dgm:t>
        <a:bodyPr/>
        <a:lstStyle/>
        <a:p>
          <a:r>
            <a:rPr lang="en-IN" dirty="0"/>
            <a:t>No context awareness</a:t>
          </a:r>
        </a:p>
      </dgm:t>
    </dgm:pt>
    <dgm:pt modelId="{9A0A1D7E-E425-4374-87D2-A2A7BFE4D887}" type="parTrans" cxnId="{9BA7D8C0-D07E-447E-BBDD-71D5139676CE}">
      <dgm:prSet/>
      <dgm:spPr/>
      <dgm:t>
        <a:bodyPr/>
        <a:lstStyle/>
        <a:p>
          <a:endParaRPr lang="en-IN"/>
        </a:p>
      </dgm:t>
    </dgm:pt>
    <dgm:pt modelId="{1F8F47D0-B344-45CD-98F2-16FC2CDB66D7}" type="sibTrans" cxnId="{9BA7D8C0-D07E-447E-BBDD-71D5139676CE}">
      <dgm:prSet/>
      <dgm:spPr/>
      <dgm:t>
        <a:bodyPr/>
        <a:lstStyle/>
        <a:p>
          <a:endParaRPr lang="en-IN"/>
        </a:p>
      </dgm:t>
    </dgm:pt>
    <dgm:pt modelId="{24E7CB14-2B4E-465F-87D2-3A0B671420C6}">
      <dgm:prSet/>
      <dgm:spPr/>
      <dgm:t>
        <a:bodyPr/>
        <a:lstStyle/>
        <a:p>
          <a:r>
            <a:rPr lang="en-US" dirty="0"/>
            <a:t>Performs poorly on complex or patterned data</a:t>
          </a:r>
          <a:endParaRPr lang="en-IN" dirty="0"/>
        </a:p>
      </dgm:t>
    </dgm:pt>
    <dgm:pt modelId="{21192C29-B8CA-47FA-AABE-994B58D18BC4}" type="parTrans" cxnId="{1CBAC8D9-84A3-4B3D-8EDC-FAEE80A06775}">
      <dgm:prSet/>
      <dgm:spPr/>
      <dgm:t>
        <a:bodyPr/>
        <a:lstStyle/>
        <a:p>
          <a:endParaRPr lang="en-IN"/>
        </a:p>
      </dgm:t>
    </dgm:pt>
    <dgm:pt modelId="{C592B06C-9479-42FE-AC28-E3B6A0EAD733}" type="sibTrans" cxnId="{1CBAC8D9-84A3-4B3D-8EDC-FAEE80A06775}">
      <dgm:prSet/>
      <dgm:spPr/>
      <dgm:t>
        <a:bodyPr/>
        <a:lstStyle/>
        <a:p>
          <a:endParaRPr lang="en-IN"/>
        </a:p>
      </dgm:t>
    </dgm:pt>
    <dgm:pt modelId="{A77E6EC8-89B5-4A9D-AB46-81BB13C32708}">
      <dgm:prSet/>
      <dgm:spPr/>
      <dgm:t>
        <a:bodyPr/>
        <a:lstStyle/>
        <a:p>
          <a:r>
            <a:rPr lang="en-IN" dirty="0"/>
            <a:t>Compression efficiency is limited</a:t>
          </a:r>
        </a:p>
      </dgm:t>
    </dgm:pt>
    <dgm:pt modelId="{DCFC1B26-0D6A-4212-B0E3-F14A13973828}" type="parTrans" cxnId="{92E9AE56-AF35-49F7-AEA4-EC89D963A821}">
      <dgm:prSet/>
      <dgm:spPr/>
      <dgm:t>
        <a:bodyPr/>
        <a:lstStyle/>
        <a:p>
          <a:endParaRPr lang="en-IN"/>
        </a:p>
      </dgm:t>
    </dgm:pt>
    <dgm:pt modelId="{7CD0BA4C-712E-446B-A38A-7A2205CA388C}" type="sibTrans" cxnId="{92E9AE56-AF35-49F7-AEA4-EC89D963A821}">
      <dgm:prSet/>
      <dgm:spPr/>
      <dgm:t>
        <a:bodyPr/>
        <a:lstStyle/>
        <a:p>
          <a:endParaRPr lang="en-IN"/>
        </a:p>
      </dgm:t>
    </dgm:pt>
    <dgm:pt modelId="{AD8B7786-CE12-4D20-9AFE-BE3D503140C0}" type="pres">
      <dgm:prSet presAssocID="{3FC9B8AE-64E1-4B24-A966-9B1C1B7F10A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96DD912-C475-437F-A794-4C21C11308D4}" type="pres">
      <dgm:prSet presAssocID="{EFBBE731-FDB2-4E2C-BF87-6BCF3E1FF5B2}" presName="hierRoot1" presStyleCnt="0"/>
      <dgm:spPr/>
    </dgm:pt>
    <dgm:pt modelId="{C76D4C1E-2627-447D-848A-78D14608F108}" type="pres">
      <dgm:prSet presAssocID="{EFBBE731-FDB2-4E2C-BF87-6BCF3E1FF5B2}" presName="composite" presStyleCnt="0"/>
      <dgm:spPr/>
    </dgm:pt>
    <dgm:pt modelId="{F102DA95-F026-4F51-8C13-B2EF8AFA7016}" type="pres">
      <dgm:prSet presAssocID="{EFBBE731-FDB2-4E2C-BF87-6BCF3E1FF5B2}" presName="background" presStyleLbl="node0" presStyleIdx="0" presStyleCnt="3"/>
      <dgm:spPr/>
    </dgm:pt>
    <dgm:pt modelId="{FB22EA4A-A4DB-4FF7-9D62-8BA1B80F72EC}" type="pres">
      <dgm:prSet presAssocID="{EFBBE731-FDB2-4E2C-BF87-6BCF3E1FF5B2}" presName="text" presStyleLbl="fgAcc0" presStyleIdx="0" presStyleCnt="3">
        <dgm:presLayoutVars>
          <dgm:chPref val="3"/>
        </dgm:presLayoutVars>
      </dgm:prSet>
      <dgm:spPr/>
    </dgm:pt>
    <dgm:pt modelId="{4566C871-09EE-4221-9EDA-11B5D682E536}" type="pres">
      <dgm:prSet presAssocID="{EFBBE731-FDB2-4E2C-BF87-6BCF3E1FF5B2}" presName="hierChild2" presStyleCnt="0"/>
      <dgm:spPr/>
    </dgm:pt>
    <dgm:pt modelId="{CEA4622E-ECEF-43CB-9775-4CA8D085CF75}" type="pres">
      <dgm:prSet presAssocID="{24E7CB14-2B4E-465F-87D2-3A0B671420C6}" presName="hierRoot1" presStyleCnt="0"/>
      <dgm:spPr/>
    </dgm:pt>
    <dgm:pt modelId="{0DDBDA10-02F1-491B-8351-28BB8BAB12EA}" type="pres">
      <dgm:prSet presAssocID="{24E7CB14-2B4E-465F-87D2-3A0B671420C6}" presName="composite" presStyleCnt="0"/>
      <dgm:spPr/>
    </dgm:pt>
    <dgm:pt modelId="{7A61E4AF-0E83-4580-899D-D67D7DB564CA}" type="pres">
      <dgm:prSet presAssocID="{24E7CB14-2B4E-465F-87D2-3A0B671420C6}" presName="background" presStyleLbl="node0" presStyleIdx="1" presStyleCnt="3"/>
      <dgm:spPr/>
    </dgm:pt>
    <dgm:pt modelId="{CFB825E0-0915-4B80-960A-AE284CCA0673}" type="pres">
      <dgm:prSet presAssocID="{24E7CB14-2B4E-465F-87D2-3A0B671420C6}" presName="text" presStyleLbl="fgAcc0" presStyleIdx="1" presStyleCnt="3">
        <dgm:presLayoutVars>
          <dgm:chPref val="3"/>
        </dgm:presLayoutVars>
      </dgm:prSet>
      <dgm:spPr/>
    </dgm:pt>
    <dgm:pt modelId="{5EAC2215-9A32-4528-8253-C231C25D71E0}" type="pres">
      <dgm:prSet presAssocID="{24E7CB14-2B4E-465F-87D2-3A0B671420C6}" presName="hierChild2" presStyleCnt="0"/>
      <dgm:spPr/>
    </dgm:pt>
    <dgm:pt modelId="{D184695B-4D37-48A0-91D2-91A58D579DC2}" type="pres">
      <dgm:prSet presAssocID="{A77E6EC8-89B5-4A9D-AB46-81BB13C32708}" presName="hierRoot1" presStyleCnt="0"/>
      <dgm:spPr/>
    </dgm:pt>
    <dgm:pt modelId="{682C1CF7-7C1E-4AF3-94BF-7B6C7F92C3E6}" type="pres">
      <dgm:prSet presAssocID="{A77E6EC8-89B5-4A9D-AB46-81BB13C32708}" presName="composite" presStyleCnt="0"/>
      <dgm:spPr/>
    </dgm:pt>
    <dgm:pt modelId="{346F512A-813C-49E5-9EFE-026FB49CFEDD}" type="pres">
      <dgm:prSet presAssocID="{A77E6EC8-89B5-4A9D-AB46-81BB13C32708}" presName="background" presStyleLbl="node0" presStyleIdx="2" presStyleCnt="3"/>
      <dgm:spPr/>
    </dgm:pt>
    <dgm:pt modelId="{59EDD1F4-9F7E-4E32-858B-91E4386528A4}" type="pres">
      <dgm:prSet presAssocID="{A77E6EC8-89B5-4A9D-AB46-81BB13C32708}" presName="text" presStyleLbl="fgAcc0" presStyleIdx="2" presStyleCnt="3">
        <dgm:presLayoutVars>
          <dgm:chPref val="3"/>
        </dgm:presLayoutVars>
      </dgm:prSet>
      <dgm:spPr/>
    </dgm:pt>
    <dgm:pt modelId="{37FC9F33-0163-40E2-9D15-4FB4129F1AC0}" type="pres">
      <dgm:prSet presAssocID="{A77E6EC8-89B5-4A9D-AB46-81BB13C32708}" presName="hierChild2" presStyleCnt="0"/>
      <dgm:spPr/>
    </dgm:pt>
  </dgm:ptLst>
  <dgm:cxnLst>
    <dgm:cxn modelId="{97E32333-DAC9-457D-8E91-7915AD52E5F8}" type="presOf" srcId="{A77E6EC8-89B5-4A9D-AB46-81BB13C32708}" destId="{59EDD1F4-9F7E-4E32-858B-91E4386528A4}" srcOrd="0" destOrd="0" presId="urn:microsoft.com/office/officeart/2005/8/layout/hierarchy1"/>
    <dgm:cxn modelId="{92E9AE56-AF35-49F7-AEA4-EC89D963A821}" srcId="{3FC9B8AE-64E1-4B24-A966-9B1C1B7F10A5}" destId="{A77E6EC8-89B5-4A9D-AB46-81BB13C32708}" srcOrd="2" destOrd="0" parTransId="{DCFC1B26-0D6A-4212-B0E3-F14A13973828}" sibTransId="{7CD0BA4C-712E-446B-A38A-7A2205CA388C}"/>
    <dgm:cxn modelId="{A7B563BE-5E9B-415A-9879-D9BF67A2D5B0}" type="presOf" srcId="{EFBBE731-FDB2-4E2C-BF87-6BCF3E1FF5B2}" destId="{FB22EA4A-A4DB-4FF7-9D62-8BA1B80F72EC}" srcOrd="0" destOrd="0" presId="urn:microsoft.com/office/officeart/2005/8/layout/hierarchy1"/>
    <dgm:cxn modelId="{9BA7D8C0-D07E-447E-BBDD-71D5139676CE}" srcId="{3FC9B8AE-64E1-4B24-A966-9B1C1B7F10A5}" destId="{EFBBE731-FDB2-4E2C-BF87-6BCF3E1FF5B2}" srcOrd="0" destOrd="0" parTransId="{9A0A1D7E-E425-4374-87D2-A2A7BFE4D887}" sibTransId="{1F8F47D0-B344-45CD-98F2-16FC2CDB66D7}"/>
    <dgm:cxn modelId="{1CBAC8D9-84A3-4B3D-8EDC-FAEE80A06775}" srcId="{3FC9B8AE-64E1-4B24-A966-9B1C1B7F10A5}" destId="{24E7CB14-2B4E-465F-87D2-3A0B671420C6}" srcOrd="1" destOrd="0" parTransId="{21192C29-B8CA-47FA-AABE-994B58D18BC4}" sibTransId="{C592B06C-9479-42FE-AC28-E3B6A0EAD733}"/>
    <dgm:cxn modelId="{952B00EC-DD64-45FC-BB71-AB416715F4CB}" type="presOf" srcId="{24E7CB14-2B4E-465F-87D2-3A0B671420C6}" destId="{CFB825E0-0915-4B80-960A-AE284CCA0673}" srcOrd="0" destOrd="0" presId="urn:microsoft.com/office/officeart/2005/8/layout/hierarchy1"/>
    <dgm:cxn modelId="{01D054F3-5F80-4F25-84E0-323BAF99372B}" type="presOf" srcId="{3FC9B8AE-64E1-4B24-A966-9B1C1B7F10A5}" destId="{AD8B7786-CE12-4D20-9AFE-BE3D503140C0}" srcOrd="0" destOrd="0" presId="urn:microsoft.com/office/officeart/2005/8/layout/hierarchy1"/>
    <dgm:cxn modelId="{85FBD5FB-D39E-4FC4-8841-7B1C7CD2E1DF}" type="presParOf" srcId="{AD8B7786-CE12-4D20-9AFE-BE3D503140C0}" destId="{596DD912-C475-437F-A794-4C21C11308D4}" srcOrd="0" destOrd="0" presId="urn:microsoft.com/office/officeart/2005/8/layout/hierarchy1"/>
    <dgm:cxn modelId="{CFBA3C5C-3B55-4BB2-BB34-CF19D0834946}" type="presParOf" srcId="{596DD912-C475-437F-A794-4C21C11308D4}" destId="{C76D4C1E-2627-447D-848A-78D14608F108}" srcOrd="0" destOrd="0" presId="urn:microsoft.com/office/officeart/2005/8/layout/hierarchy1"/>
    <dgm:cxn modelId="{9E61CDD1-10E8-4F4F-ADF8-2B6C712514CF}" type="presParOf" srcId="{C76D4C1E-2627-447D-848A-78D14608F108}" destId="{F102DA95-F026-4F51-8C13-B2EF8AFA7016}" srcOrd="0" destOrd="0" presId="urn:microsoft.com/office/officeart/2005/8/layout/hierarchy1"/>
    <dgm:cxn modelId="{A7C94461-39B1-46F4-9B85-0B98F67B9ED4}" type="presParOf" srcId="{C76D4C1E-2627-447D-848A-78D14608F108}" destId="{FB22EA4A-A4DB-4FF7-9D62-8BA1B80F72EC}" srcOrd="1" destOrd="0" presId="urn:microsoft.com/office/officeart/2005/8/layout/hierarchy1"/>
    <dgm:cxn modelId="{CC478558-DB4F-490D-805B-9FE447DF22B5}" type="presParOf" srcId="{596DD912-C475-437F-A794-4C21C11308D4}" destId="{4566C871-09EE-4221-9EDA-11B5D682E536}" srcOrd="1" destOrd="0" presId="urn:microsoft.com/office/officeart/2005/8/layout/hierarchy1"/>
    <dgm:cxn modelId="{039BA526-C7D4-45C7-B36E-D945F8E28ADB}" type="presParOf" srcId="{AD8B7786-CE12-4D20-9AFE-BE3D503140C0}" destId="{CEA4622E-ECEF-43CB-9775-4CA8D085CF75}" srcOrd="1" destOrd="0" presId="urn:microsoft.com/office/officeart/2005/8/layout/hierarchy1"/>
    <dgm:cxn modelId="{C919A539-C8AE-4F7B-9353-ADE1A78DA20B}" type="presParOf" srcId="{CEA4622E-ECEF-43CB-9775-4CA8D085CF75}" destId="{0DDBDA10-02F1-491B-8351-28BB8BAB12EA}" srcOrd="0" destOrd="0" presId="urn:microsoft.com/office/officeart/2005/8/layout/hierarchy1"/>
    <dgm:cxn modelId="{3C12C878-9A77-4A6E-9D8E-3207F28423A8}" type="presParOf" srcId="{0DDBDA10-02F1-491B-8351-28BB8BAB12EA}" destId="{7A61E4AF-0E83-4580-899D-D67D7DB564CA}" srcOrd="0" destOrd="0" presId="urn:microsoft.com/office/officeart/2005/8/layout/hierarchy1"/>
    <dgm:cxn modelId="{8BC1941E-4861-49E4-90B5-47A8B818031C}" type="presParOf" srcId="{0DDBDA10-02F1-491B-8351-28BB8BAB12EA}" destId="{CFB825E0-0915-4B80-960A-AE284CCA0673}" srcOrd="1" destOrd="0" presId="urn:microsoft.com/office/officeart/2005/8/layout/hierarchy1"/>
    <dgm:cxn modelId="{0435865D-905D-47BA-8FD8-86A3337E88AF}" type="presParOf" srcId="{CEA4622E-ECEF-43CB-9775-4CA8D085CF75}" destId="{5EAC2215-9A32-4528-8253-C231C25D71E0}" srcOrd="1" destOrd="0" presId="urn:microsoft.com/office/officeart/2005/8/layout/hierarchy1"/>
    <dgm:cxn modelId="{23F30346-95D4-48C9-B445-8D40A79336B6}" type="presParOf" srcId="{AD8B7786-CE12-4D20-9AFE-BE3D503140C0}" destId="{D184695B-4D37-48A0-91D2-91A58D579DC2}" srcOrd="2" destOrd="0" presId="urn:microsoft.com/office/officeart/2005/8/layout/hierarchy1"/>
    <dgm:cxn modelId="{59FA7AB6-EA70-481E-8380-E7CAF5667EE0}" type="presParOf" srcId="{D184695B-4D37-48A0-91D2-91A58D579DC2}" destId="{682C1CF7-7C1E-4AF3-94BF-7B6C7F92C3E6}" srcOrd="0" destOrd="0" presId="urn:microsoft.com/office/officeart/2005/8/layout/hierarchy1"/>
    <dgm:cxn modelId="{27ED9A5E-AF62-4877-AC08-D4831DF6D27A}" type="presParOf" srcId="{682C1CF7-7C1E-4AF3-94BF-7B6C7F92C3E6}" destId="{346F512A-813C-49E5-9EFE-026FB49CFEDD}" srcOrd="0" destOrd="0" presId="urn:microsoft.com/office/officeart/2005/8/layout/hierarchy1"/>
    <dgm:cxn modelId="{91A44DDD-E800-4C97-B9A6-1229F1DB454B}" type="presParOf" srcId="{682C1CF7-7C1E-4AF3-94BF-7B6C7F92C3E6}" destId="{59EDD1F4-9F7E-4E32-858B-91E4386528A4}" srcOrd="1" destOrd="0" presId="urn:microsoft.com/office/officeart/2005/8/layout/hierarchy1"/>
    <dgm:cxn modelId="{B8B6B6BE-A806-4E59-8301-E00E1A59584F}" type="presParOf" srcId="{D184695B-4D37-48A0-91D2-91A58D579DC2}" destId="{37FC9F33-0163-40E2-9D15-4FB4129F1A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453FA8-C54E-4425-AB97-B429EF821BED}" type="doc">
      <dgm:prSet loTypeId="urn:microsoft.com/office/officeart/2005/8/layout/list1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0EA1DEB-B0B1-451D-A2C4-B8C83A5D8DF6}">
      <dgm:prSet custT="1"/>
      <dgm:spPr/>
      <dgm:t>
        <a:bodyPr/>
        <a:lstStyle/>
        <a:p>
          <a:r>
            <a:rPr lang="en-IN" sz="2400" b="1" dirty="0"/>
            <a:t>Algorithm Overview:</a:t>
          </a:r>
          <a:endParaRPr lang="en-US" sz="2400" dirty="0"/>
        </a:p>
      </dgm:t>
    </dgm:pt>
    <dgm:pt modelId="{01ACE7D2-6DA4-4A2D-BA5F-8B2ACA07BAC1}" type="parTrans" cxnId="{0B56BCBD-73C9-48D3-8A86-47E8AD8192A3}">
      <dgm:prSet/>
      <dgm:spPr/>
      <dgm:t>
        <a:bodyPr/>
        <a:lstStyle/>
        <a:p>
          <a:endParaRPr lang="en-US"/>
        </a:p>
      </dgm:t>
    </dgm:pt>
    <dgm:pt modelId="{C5AEA989-BE00-4986-99DD-E0122BF76DD0}" type="sibTrans" cxnId="{0B56BCBD-73C9-48D3-8A86-47E8AD8192A3}">
      <dgm:prSet/>
      <dgm:spPr/>
      <dgm:t>
        <a:bodyPr/>
        <a:lstStyle/>
        <a:p>
          <a:endParaRPr lang="en-US"/>
        </a:p>
      </dgm:t>
    </dgm:pt>
    <dgm:pt modelId="{EAA41FFA-08D4-4D89-A717-187D91D0B153}">
      <dgm:prSet custT="1"/>
      <dgm:spPr/>
      <dgm:t>
        <a:bodyPr/>
        <a:lstStyle/>
        <a:p>
          <a:r>
            <a:rPr lang="en-IN" sz="2000" dirty="0"/>
            <a:t>Combines </a:t>
          </a:r>
          <a:r>
            <a:rPr lang="en-IN" sz="2000" b="1" dirty="0"/>
            <a:t>Recurrent Neural Networks (RNNs)</a:t>
          </a:r>
          <a:r>
            <a:rPr lang="en-IN" sz="2000" dirty="0"/>
            <a:t> and </a:t>
          </a:r>
          <a:r>
            <a:rPr lang="en-IN" sz="2000" b="1" dirty="0"/>
            <a:t>Arithmetic Coding</a:t>
          </a:r>
          <a:r>
            <a:rPr lang="en-IN" sz="2000" dirty="0"/>
            <a:t>.</a:t>
          </a:r>
          <a:endParaRPr lang="en-US" sz="2000" dirty="0"/>
        </a:p>
      </dgm:t>
    </dgm:pt>
    <dgm:pt modelId="{4E2FAA0D-4AA4-4049-9EA4-13B6B48A6837}" type="parTrans" cxnId="{3BD2B61A-0B0F-4A75-9A3E-FB097C7BE29B}">
      <dgm:prSet/>
      <dgm:spPr/>
      <dgm:t>
        <a:bodyPr/>
        <a:lstStyle/>
        <a:p>
          <a:endParaRPr lang="en-US"/>
        </a:p>
      </dgm:t>
    </dgm:pt>
    <dgm:pt modelId="{291DC44D-CC34-4B2D-9F50-CCD129D43182}" type="sibTrans" cxnId="{3BD2B61A-0B0F-4A75-9A3E-FB097C7BE29B}">
      <dgm:prSet/>
      <dgm:spPr/>
      <dgm:t>
        <a:bodyPr/>
        <a:lstStyle/>
        <a:p>
          <a:endParaRPr lang="en-US"/>
        </a:p>
      </dgm:t>
    </dgm:pt>
    <dgm:pt modelId="{982912C1-86F8-43EC-BE43-520F8C8A97F3}">
      <dgm:prSet/>
      <dgm:spPr/>
      <dgm:t>
        <a:bodyPr/>
        <a:lstStyle/>
        <a:p>
          <a:r>
            <a:rPr lang="en-IN"/>
            <a:t>Implements an </a:t>
          </a:r>
          <a:r>
            <a:rPr lang="en-IN" b="1"/>
            <a:t>Encoder-Decoder Architecture</a:t>
          </a:r>
          <a:r>
            <a:rPr lang="en-IN"/>
            <a:t>:</a:t>
          </a:r>
          <a:endParaRPr lang="en-US"/>
        </a:p>
      </dgm:t>
    </dgm:pt>
    <dgm:pt modelId="{6C0C7A2E-71CB-4798-B835-A548F41CFDB0}" type="parTrans" cxnId="{955748EB-C043-44F4-99E3-976CF9DEAAD1}">
      <dgm:prSet/>
      <dgm:spPr/>
      <dgm:t>
        <a:bodyPr/>
        <a:lstStyle/>
        <a:p>
          <a:endParaRPr lang="en-US"/>
        </a:p>
      </dgm:t>
    </dgm:pt>
    <dgm:pt modelId="{21A97613-0886-47D6-B50E-21E9AFE60945}" type="sibTrans" cxnId="{955748EB-C043-44F4-99E3-976CF9DEAAD1}">
      <dgm:prSet/>
      <dgm:spPr/>
      <dgm:t>
        <a:bodyPr/>
        <a:lstStyle/>
        <a:p>
          <a:endParaRPr lang="en-US"/>
        </a:p>
      </dgm:t>
    </dgm:pt>
    <dgm:pt modelId="{405E8778-A787-4A0B-A702-133B46C5BADB}">
      <dgm:prSet/>
      <dgm:spPr/>
      <dgm:t>
        <a:bodyPr/>
        <a:lstStyle/>
        <a:p>
          <a:r>
            <a:rPr lang="en-IN"/>
            <a:t>Encoder predicts the probability of the next symbol in the sequence using RNN.</a:t>
          </a:r>
          <a:endParaRPr lang="en-US"/>
        </a:p>
      </dgm:t>
    </dgm:pt>
    <dgm:pt modelId="{BF2C82A3-6C1E-4A76-9D09-61CF8FCC6900}" type="parTrans" cxnId="{94DFBDCC-0461-4D0A-BC07-CE0E5E76BD17}">
      <dgm:prSet/>
      <dgm:spPr/>
      <dgm:t>
        <a:bodyPr/>
        <a:lstStyle/>
        <a:p>
          <a:endParaRPr lang="en-US"/>
        </a:p>
      </dgm:t>
    </dgm:pt>
    <dgm:pt modelId="{203FF727-2158-4CC8-84B0-3DA25A40F7E8}" type="sibTrans" cxnId="{94DFBDCC-0461-4D0A-BC07-CE0E5E76BD17}">
      <dgm:prSet/>
      <dgm:spPr/>
      <dgm:t>
        <a:bodyPr/>
        <a:lstStyle/>
        <a:p>
          <a:endParaRPr lang="en-US"/>
        </a:p>
      </dgm:t>
    </dgm:pt>
    <dgm:pt modelId="{C059F194-480F-4557-8CF8-0096CA56120F}">
      <dgm:prSet/>
      <dgm:spPr/>
      <dgm:t>
        <a:bodyPr/>
        <a:lstStyle/>
        <a:p>
          <a:r>
            <a:rPr lang="en-IN"/>
            <a:t>Arithmetic coder encodes symbols based on RNN-predicted probabilities.</a:t>
          </a:r>
          <a:endParaRPr lang="en-US"/>
        </a:p>
      </dgm:t>
    </dgm:pt>
    <dgm:pt modelId="{A6EBCDD5-2B83-4562-8079-A380F1227522}" type="parTrans" cxnId="{F5EE4812-9C15-4FD0-8AF6-A4E507A0A9B1}">
      <dgm:prSet/>
      <dgm:spPr/>
      <dgm:t>
        <a:bodyPr/>
        <a:lstStyle/>
        <a:p>
          <a:endParaRPr lang="en-US"/>
        </a:p>
      </dgm:t>
    </dgm:pt>
    <dgm:pt modelId="{4AE62F0F-8CC4-4BF0-985F-0FF45E25DD82}" type="sibTrans" cxnId="{F5EE4812-9C15-4FD0-8AF6-A4E507A0A9B1}">
      <dgm:prSet/>
      <dgm:spPr/>
      <dgm:t>
        <a:bodyPr/>
        <a:lstStyle/>
        <a:p>
          <a:endParaRPr lang="en-US"/>
        </a:p>
      </dgm:t>
    </dgm:pt>
    <dgm:pt modelId="{29756BF2-26A9-4F09-B578-F025982A5EC4}">
      <dgm:prSet/>
      <dgm:spPr/>
      <dgm:t>
        <a:bodyPr/>
        <a:lstStyle/>
        <a:p>
          <a:r>
            <a:rPr lang="en-IN"/>
            <a:t>Decoder reconstructs original data exactly from compressed data.</a:t>
          </a:r>
          <a:endParaRPr lang="en-US"/>
        </a:p>
      </dgm:t>
    </dgm:pt>
    <dgm:pt modelId="{7818C0DA-BDDF-4A5A-B437-BA993AE77FAD}" type="parTrans" cxnId="{5AC53E1C-6D15-41CA-B968-83F9A3985A00}">
      <dgm:prSet/>
      <dgm:spPr/>
      <dgm:t>
        <a:bodyPr/>
        <a:lstStyle/>
        <a:p>
          <a:endParaRPr lang="en-US"/>
        </a:p>
      </dgm:t>
    </dgm:pt>
    <dgm:pt modelId="{0AAE4E87-114F-4F61-83E6-EE47A30DC139}" type="sibTrans" cxnId="{5AC53E1C-6D15-41CA-B968-83F9A3985A00}">
      <dgm:prSet/>
      <dgm:spPr/>
      <dgm:t>
        <a:bodyPr/>
        <a:lstStyle/>
        <a:p>
          <a:endParaRPr lang="en-US"/>
        </a:p>
      </dgm:t>
    </dgm:pt>
    <dgm:pt modelId="{7227D5A9-44A5-494C-B991-A1978CD2385F}" type="pres">
      <dgm:prSet presAssocID="{AD453FA8-C54E-4425-AB97-B429EF821BED}" presName="linear" presStyleCnt="0">
        <dgm:presLayoutVars>
          <dgm:dir/>
          <dgm:animLvl val="lvl"/>
          <dgm:resizeHandles val="exact"/>
        </dgm:presLayoutVars>
      </dgm:prSet>
      <dgm:spPr/>
    </dgm:pt>
    <dgm:pt modelId="{0E2D7160-A8FE-4457-9684-2C2EAEAA2D3B}" type="pres">
      <dgm:prSet presAssocID="{50EA1DEB-B0B1-451D-A2C4-B8C83A5D8DF6}" presName="parentLin" presStyleCnt="0"/>
      <dgm:spPr/>
    </dgm:pt>
    <dgm:pt modelId="{78E71BB1-2A1D-4CCF-BA18-06C5685B456B}" type="pres">
      <dgm:prSet presAssocID="{50EA1DEB-B0B1-451D-A2C4-B8C83A5D8DF6}" presName="parentLeftMargin" presStyleLbl="node1" presStyleIdx="0" presStyleCnt="3"/>
      <dgm:spPr/>
    </dgm:pt>
    <dgm:pt modelId="{04C68E38-0190-467A-A7CA-22BB906C9661}" type="pres">
      <dgm:prSet presAssocID="{50EA1DEB-B0B1-451D-A2C4-B8C83A5D8DF6}" presName="parentText" presStyleLbl="node1" presStyleIdx="0" presStyleCnt="3" custScaleY="68148">
        <dgm:presLayoutVars>
          <dgm:chMax val="0"/>
          <dgm:bulletEnabled val="1"/>
        </dgm:presLayoutVars>
      </dgm:prSet>
      <dgm:spPr/>
    </dgm:pt>
    <dgm:pt modelId="{92C05C02-5934-4BF4-8773-CC6D06CE5AA8}" type="pres">
      <dgm:prSet presAssocID="{50EA1DEB-B0B1-451D-A2C4-B8C83A5D8DF6}" presName="negativeSpace" presStyleCnt="0"/>
      <dgm:spPr/>
    </dgm:pt>
    <dgm:pt modelId="{609EAD7A-F5B4-4642-A4CF-A3CAB30C84C1}" type="pres">
      <dgm:prSet presAssocID="{50EA1DEB-B0B1-451D-A2C4-B8C83A5D8DF6}" presName="childText" presStyleLbl="conFgAcc1" presStyleIdx="0" presStyleCnt="3" custScaleY="72919">
        <dgm:presLayoutVars>
          <dgm:bulletEnabled val="1"/>
        </dgm:presLayoutVars>
      </dgm:prSet>
      <dgm:spPr/>
    </dgm:pt>
    <dgm:pt modelId="{984E8B7B-3F82-4751-A1DB-4D2C8608ABF3}" type="pres">
      <dgm:prSet presAssocID="{C5AEA989-BE00-4986-99DD-E0122BF76DD0}" presName="spaceBetweenRectangles" presStyleCnt="0"/>
      <dgm:spPr/>
    </dgm:pt>
    <dgm:pt modelId="{88B18ADC-183F-4629-BF44-F0AA10DA25CC}" type="pres">
      <dgm:prSet presAssocID="{EAA41FFA-08D4-4D89-A717-187D91D0B153}" presName="parentLin" presStyleCnt="0"/>
      <dgm:spPr/>
    </dgm:pt>
    <dgm:pt modelId="{972C470D-53F8-4FF0-B79B-4FFEED87E242}" type="pres">
      <dgm:prSet presAssocID="{EAA41FFA-08D4-4D89-A717-187D91D0B153}" presName="parentLeftMargin" presStyleLbl="node1" presStyleIdx="0" presStyleCnt="3"/>
      <dgm:spPr/>
    </dgm:pt>
    <dgm:pt modelId="{783705B2-E91A-4B49-AEC1-ED6236C9EFDF}" type="pres">
      <dgm:prSet presAssocID="{EAA41FFA-08D4-4D89-A717-187D91D0B15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BA01FE5-DA4E-4D7B-B70B-18A79C280722}" type="pres">
      <dgm:prSet presAssocID="{EAA41FFA-08D4-4D89-A717-187D91D0B153}" presName="negativeSpace" presStyleCnt="0"/>
      <dgm:spPr/>
    </dgm:pt>
    <dgm:pt modelId="{D142EDCD-646E-4371-86E3-F3AFFF87AE44}" type="pres">
      <dgm:prSet presAssocID="{EAA41FFA-08D4-4D89-A717-187D91D0B153}" presName="childText" presStyleLbl="conFgAcc1" presStyleIdx="1" presStyleCnt="3">
        <dgm:presLayoutVars>
          <dgm:bulletEnabled val="1"/>
        </dgm:presLayoutVars>
      </dgm:prSet>
      <dgm:spPr/>
    </dgm:pt>
    <dgm:pt modelId="{B2E39FB6-3461-466D-B8D5-59492F23C272}" type="pres">
      <dgm:prSet presAssocID="{291DC44D-CC34-4B2D-9F50-CCD129D43182}" presName="spaceBetweenRectangles" presStyleCnt="0"/>
      <dgm:spPr/>
    </dgm:pt>
    <dgm:pt modelId="{AEE97577-A14B-4629-BE41-A0132B4A8CAF}" type="pres">
      <dgm:prSet presAssocID="{982912C1-86F8-43EC-BE43-520F8C8A97F3}" presName="parentLin" presStyleCnt="0"/>
      <dgm:spPr/>
    </dgm:pt>
    <dgm:pt modelId="{C8D0CD49-C117-432B-AF58-B1EB3A867931}" type="pres">
      <dgm:prSet presAssocID="{982912C1-86F8-43EC-BE43-520F8C8A97F3}" presName="parentLeftMargin" presStyleLbl="node1" presStyleIdx="1" presStyleCnt="3"/>
      <dgm:spPr/>
    </dgm:pt>
    <dgm:pt modelId="{8F6D6093-56DE-41F6-86B6-CCC2070BC052}" type="pres">
      <dgm:prSet presAssocID="{982912C1-86F8-43EC-BE43-520F8C8A97F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B81825E-05E7-4F65-9778-664B313A8403}" type="pres">
      <dgm:prSet presAssocID="{982912C1-86F8-43EC-BE43-520F8C8A97F3}" presName="negativeSpace" presStyleCnt="0"/>
      <dgm:spPr/>
    </dgm:pt>
    <dgm:pt modelId="{67AEFAB4-CC06-4B75-9ED7-FDC19BB8B0B2}" type="pres">
      <dgm:prSet presAssocID="{982912C1-86F8-43EC-BE43-520F8C8A97F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5EE4812-9C15-4FD0-8AF6-A4E507A0A9B1}" srcId="{982912C1-86F8-43EC-BE43-520F8C8A97F3}" destId="{C059F194-480F-4557-8CF8-0096CA56120F}" srcOrd="1" destOrd="0" parTransId="{A6EBCDD5-2B83-4562-8079-A380F1227522}" sibTransId="{4AE62F0F-8CC4-4BF0-985F-0FF45E25DD82}"/>
    <dgm:cxn modelId="{DC04F117-E55B-4374-92BD-4628E8EE7A4A}" type="presOf" srcId="{C059F194-480F-4557-8CF8-0096CA56120F}" destId="{67AEFAB4-CC06-4B75-9ED7-FDC19BB8B0B2}" srcOrd="0" destOrd="1" presId="urn:microsoft.com/office/officeart/2005/8/layout/list1"/>
    <dgm:cxn modelId="{3BD2B61A-0B0F-4A75-9A3E-FB097C7BE29B}" srcId="{AD453FA8-C54E-4425-AB97-B429EF821BED}" destId="{EAA41FFA-08D4-4D89-A717-187D91D0B153}" srcOrd="1" destOrd="0" parTransId="{4E2FAA0D-4AA4-4049-9EA4-13B6B48A6837}" sibTransId="{291DC44D-CC34-4B2D-9F50-CCD129D43182}"/>
    <dgm:cxn modelId="{5AC53E1C-6D15-41CA-B968-83F9A3985A00}" srcId="{982912C1-86F8-43EC-BE43-520F8C8A97F3}" destId="{29756BF2-26A9-4F09-B578-F025982A5EC4}" srcOrd="2" destOrd="0" parTransId="{7818C0DA-BDDF-4A5A-B437-BA993AE77FAD}" sibTransId="{0AAE4E87-114F-4F61-83E6-EE47A30DC139}"/>
    <dgm:cxn modelId="{30FB3E23-1FB5-4DB0-A60F-D06A8F7E7C6B}" type="presOf" srcId="{EAA41FFA-08D4-4D89-A717-187D91D0B153}" destId="{972C470D-53F8-4FF0-B79B-4FFEED87E242}" srcOrd="0" destOrd="0" presId="urn:microsoft.com/office/officeart/2005/8/layout/list1"/>
    <dgm:cxn modelId="{35AD723E-D99E-42D1-A48D-875A0CDF4B5E}" type="presOf" srcId="{982912C1-86F8-43EC-BE43-520F8C8A97F3}" destId="{C8D0CD49-C117-432B-AF58-B1EB3A867931}" srcOrd="0" destOrd="0" presId="urn:microsoft.com/office/officeart/2005/8/layout/list1"/>
    <dgm:cxn modelId="{233BA163-31F9-48D1-A0E5-279B7353F9F3}" type="presOf" srcId="{50EA1DEB-B0B1-451D-A2C4-B8C83A5D8DF6}" destId="{78E71BB1-2A1D-4CCF-BA18-06C5685B456B}" srcOrd="0" destOrd="0" presId="urn:microsoft.com/office/officeart/2005/8/layout/list1"/>
    <dgm:cxn modelId="{EB2662AE-D6C2-4AA7-8B08-918F7BDFF77D}" type="presOf" srcId="{EAA41FFA-08D4-4D89-A717-187D91D0B153}" destId="{783705B2-E91A-4B49-AEC1-ED6236C9EFDF}" srcOrd="1" destOrd="0" presId="urn:microsoft.com/office/officeart/2005/8/layout/list1"/>
    <dgm:cxn modelId="{697C4FB0-B309-401B-B9AF-2BCA2CFDFFBE}" type="presOf" srcId="{29756BF2-26A9-4F09-B578-F025982A5EC4}" destId="{67AEFAB4-CC06-4B75-9ED7-FDC19BB8B0B2}" srcOrd="0" destOrd="2" presId="urn:microsoft.com/office/officeart/2005/8/layout/list1"/>
    <dgm:cxn modelId="{0B56BCBD-73C9-48D3-8A86-47E8AD8192A3}" srcId="{AD453FA8-C54E-4425-AB97-B429EF821BED}" destId="{50EA1DEB-B0B1-451D-A2C4-B8C83A5D8DF6}" srcOrd="0" destOrd="0" parTransId="{01ACE7D2-6DA4-4A2D-BA5F-8B2ACA07BAC1}" sibTransId="{C5AEA989-BE00-4986-99DD-E0122BF76DD0}"/>
    <dgm:cxn modelId="{94DFBDCC-0461-4D0A-BC07-CE0E5E76BD17}" srcId="{982912C1-86F8-43EC-BE43-520F8C8A97F3}" destId="{405E8778-A787-4A0B-A702-133B46C5BADB}" srcOrd="0" destOrd="0" parTransId="{BF2C82A3-6C1E-4A76-9D09-61CF8FCC6900}" sibTransId="{203FF727-2158-4CC8-84B0-3DA25A40F7E8}"/>
    <dgm:cxn modelId="{EE348AE3-6B43-471C-B63B-21CE4ADB4A0C}" type="presOf" srcId="{50EA1DEB-B0B1-451D-A2C4-B8C83A5D8DF6}" destId="{04C68E38-0190-467A-A7CA-22BB906C9661}" srcOrd="1" destOrd="0" presId="urn:microsoft.com/office/officeart/2005/8/layout/list1"/>
    <dgm:cxn modelId="{955748EB-C043-44F4-99E3-976CF9DEAAD1}" srcId="{AD453FA8-C54E-4425-AB97-B429EF821BED}" destId="{982912C1-86F8-43EC-BE43-520F8C8A97F3}" srcOrd="2" destOrd="0" parTransId="{6C0C7A2E-71CB-4798-B835-A548F41CFDB0}" sibTransId="{21A97613-0886-47D6-B50E-21E9AFE60945}"/>
    <dgm:cxn modelId="{F97A59EC-B44F-40E6-A21F-0C016F10A81D}" type="presOf" srcId="{405E8778-A787-4A0B-A702-133B46C5BADB}" destId="{67AEFAB4-CC06-4B75-9ED7-FDC19BB8B0B2}" srcOrd="0" destOrd="0" presId="urn:microsoft.com/office/officeart/2005/8/layout/list1"/>
    <dgm:cxn modelId="{B00B1AF4-4298-48B4-93D7-D89C6DA51001}" type="presOf" srcId="{AD453FA8-C54E-4425-AB97-B429EF821BED}" destId="{7227D5A9-44A5-494C-B991-A1978CD2385F}" srcOrd="0" destOrd="0" presId="urn:microsoft.com/office/officeart/2005/8/layout/list1"/>
    <dgm:cxn modelId="{7BC839FC-F1A3-47A8-9A8A-62694F8B25D3}" type="presOf" srcId="{982912C1-86F8-43EC-BE43-520F8C8A97F3}" destId="{8F6D6093-56DE-41F6-86B6-CCC2070BC052}" srcOrd="1" destOrd="0" presId="urn:microsoft.com/office/officeart/2005/8/layout/list1"/>
    <dgm:cxn modelId="{8536EB36-B2CA-483D-96A6-06D8BFA9A231}" type="presParOf" srcId="{7227D5A9-44A5-494C-B991-A1978CD2385F}" destId="{0E2D7160-A8FE-4457-9684-2C2EAEAA2D3B}" srcOrd="0" destOrd="0" presId="urn:microsoft.com/office/officeart/2005/8/layout/list1"/>
    <dgm:cxn modelId="{7398FA43-8F07-4280-8AE3-410B0980D792}" type="presParOf" srcId="{0E2D7160-A8FE-4457-9684-2C2EAEAA2D3B}" destId="{78E71BB1-2A1D-4CCF-BA18-06C5685B456B}" srcOrd="0" destOrd="0" presId="urn:microsoft.com/office/officeart/2005/8/layout/list1"/>
    <dgm:cxn modelId="{38AA1A31-789B-43D5-AA2C-9E330FCDA6AA}" type="presParOf" srcId="{0E2D7160-A8FE-4457-9684-2C2EAEAA2D3B}" destId="{04C68E38-0190-467A-A7CA-22BB906C9661}" srcOrd="1" destOrd="0" presId="urn:microsoft.com/office/officeart/2005/8/layout/list1"/>
    <dgm:cxn modelId="{731AE070-B407-4A3F-A11D-25622A10796A}" type="presParOf" srcId="{7227D5A9-44A5-494C-B991-A1978CD2385F}" destId="{92C05C02-5934-4BF4-8773-CC6D06CE5AA8}" srcOrd="1" destOrd="0" presId="urn:microsoft.com/office/officeart/2005/8/layout/list1"/>
    <dgm:cxn modelId="{8F87DCAF-09A1-453C-AD20-7D705D28C070}" type="presParOf" srcId="{7227D5A9-44A5-494C-B991-A1978CD2385F}" destId="{609EAD7A-F5B4-4642-A4CF-A3CAB30C84C1}" srcOrd="2" destOrd="0" presId="urn:microsoft.com/office/officeart/2005/8/layout/list1"/>
    <dgm:cxn modelId="{7A94C8DB-AB4D-4223-92AC-E19E18471520}" type="presParOf" srcId="{7227D5A9-44A5-494C-B991-A1978CD2385F}" destId="{984E8B7B-3F82-4751-A1DB-4D2C8608ABF3}" srcOrd="3" destOrd="0" presId="urn:microsoft.com/office/officeart/2005/8/layout/list1"/>
    <dgm:cxn modelId="{BE3812BF-8A2F-4185-A30D-7BCE9E838979}" type="presParOf" srcId="{7227D5A9-44A5-494C-B991-A1978CD2385F}" destId="{88B18ADC-183F-4629-BF44-F0AA10DA25CC}" srcOrd="4" destOrd="0" presId="urn:microsoft.com/office/officeart/2005/8/layout/list1"/>
    <dgm:cxn modelId="{2BFEF731-2F18-4485-8935-190761378421}" type="presParOf" srcId="{88B18ADC-183F-4629-BF44-F0AA10DA25CC}" destId="{972C470D-53F8-4FF0-B79B-4FFEED87E242}" srcOrd="0" destOrd="0" presId="urn:microsoft.com/office/officeart/2005/8/layout/list1"/>
    <dgm:cxn modelId="{5C22ED39-9F34-4F13-9F87-696930351B9A}" type="presParOf" srcId="{88B18ADC-183F-4629-BF44-F0AA10DA25CC}" destId="{783705B2-E91A-4B49-AEC1-ED6236C9EFDF}" srcOrd="1" destOrd="0" presId="urn:microsoft.com/office/officeart/2005/8/layout/list1"/>
    <dgm:cxn modelId="{21FB53F8-C7D5-4C05-892F-A6EB94807EC7}" type="presParOf" srcId="{7227D5A9-44A5-494C-B991-A1978CD2385F}" destId="{DBA01FE5-DA4E-4D7B-B70B-18A79C280722}" srcOrd="5" destOrd="0" presId="urn:microsoft.com/office/officeart/2005/8/layout/list1"/>
    <dgm:cxn modelId="{E44BA0AB-365B-4D34-BC3D-5CE26623F156}" type="presParOf" srcId="{7227D5A9-44A5-494C-B991-A1978CD2385F}" destId="{D142EDCD-646E-4371-86E3-F3AFFF87AE44}" srcOrd="6" destOrd="0" presId="urn:microsoft.com/office/officeart/2005/8/layout/list1"/>
    <dgm:cxn modelId="{49A66FE7-4449-43DB-8095-72641F96571C}" type="presParOf" srcId="{7227D5A9-44A5-494C-B991-A1978CD2385F}" destId="{B2E39FB6-3461-466D-B8D5-59492F23C272}" srcOrd="7" destOrd="0" presId="urn:microsoft.com/office/officeart/2005/8/layout/list1"/>
    <dgm:cxn modelId="{D6F9C79D-8EB7-4EF4-BC61-FD359AD4E6E1}" type="presParOf" srcId="{7227D5A9-44A5-494C-B991-A1978CD2385F}" destId="{AEE97577-A14B-4629-BE41-A0132B4A8CAF}" srcOrd="8" destOrd="0" presId="urn:microsoft.com/office/officeart/2005/8/layout/list1"/>
    <dgm:cxn modelId="{E09CF356-171A-41DA-8B04-82CCB1E6D95F}" type="presParOf" srcId="{AEE97577-A14B-4629-BE41-A0132B4A8CAF}" destId="{C8D0CD49-C117-432B-AF58-B1EB3A867931}" srcOrd="0" destOrd="0" presId="urn:microsoft.com/office/officeart/2005/8/layout/list1"/>
    <dgm:cxn modelId="{7AC7FE50-96DA-4090-ABEF-1CA29591E7ED}" type="presParOf" srcId="{AEE97577-A14B-4629-BE41-A0132B4A8CAF}" destId="{8F6D6093-56DE-41F6-86B6-CCC2070BC052}" srcOrd="1" destOrd="0" presId="urn:microsoft.com/office/officeart/2005/8/layout/list1"/>
    <dgm:cxn modelId="{8CB71D44-73E6-42C6-AA70-FAB491EDBA94}" type="presParOf" srcId="{7227D5A9-44A5-494C-B991-A1978CD2385F}" destId="{4B81825E-05E7-4F65-9778-664B313A8403}" srcOrd="9" destOrd="0" presId="urn:microsoft.com/office/officeart/2005/8/layout/list1"/>
    <dgm:cxn modelId="{325827D3-CCB4-4477-BA5E-8CB08C15ACD3}" type="presParOf" srcId="{7227D5A9-44A5-494C-B991-A1978CD2385F}" destId="{67AEFAB4-CC06-4B75-9ED7-FDC19BB8B0B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B3EF00-D6A7-43CD-88CD-4819D06748DA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11E6F5D-B603-4763-B92F-47637E4E6BA7}">
      <dgm:prSet/>
      <dgm:spPr/>
      <dgm:t>
        <a:bodyPr/>
        <a:lstStyle/>
        <a:p>
          <a:r>
            <a:rPr lang="en-US" b="0" i="0" baseline="0"/>
            <a:t>Learns complex patterns and long-range dependencies in data.</a:t>
          </a:r>
          <a:endParaRPr lang="en-US"/>
        </a:p>
      </dgm:t>
    </dgm:pt>
    <dgm:pt modelId="{578DE7BE-D900-4684-B5A5-764B09B2C7C8}" type="parTrans" cxnId="{3AF700FB-F66E-40C8-A5FE-52D0449A309B}">
      <dgm:prSet/>
      <dgm:spPr/>
      <dgm:t>
        <a:bodyPr/>
        <a:lstStyle/>
        <a:p>
          <a:endParaRPr lang="en-US"/>
        </a:p>
      </dgm:t>
    </dgm:pt>
    <dgm:pt modelId="{4B4EF5DF-D503-4E67-8E04-F1C53CB81EFE}" type="sibTrans" cxnId="{3AF700FB-F66E-40C8-A5FE-52D0449A309B}">
      <dgm:prSet/>
      <dgm:spPr/>
      <dgm:t>
        <a:bodyPr/>
        <a:lstStyle/>
        <a:p>
          <a:endParaRPr lang="en-US"/>
        </a:p>
      </dgm:t>
    </dgm:pt>
    <dgm:pt modelId="{809FBEA6-7C14-4EA0-8320-25D096396B1C}">
      <dgm:prSet/>
      <dgm:spPr/>
      <dgm:t>
        <a:bodyPr/>
        <a:lstStyle/>
        <a:p>
          <a:r>
            <a:rPr lang="en-US" b="0" i="0" baseline="0"/>
            <a:t>Dynamically adapts to different types of text data.</a:t>
          </a:r>
          <a:endParaRPr lang="en-US"/>
        </a:p>
      </dgm:t>
    </dgm:pt>
    <dgm:pt modelId="{05255603-4C77-469D-B78F-EEB4237EBAFB}" type="parTrans" cxnId="{9613AAC2-ECB4-485A-8130-BABDCA6A11A7}">
      <dgm:prSet/>
      <dgm:spPr/>
      <dgm:t>
        <a:bodyPr/>
        <a:lstStyle/>
        <a:p>
          <a:endParaRPr lang="en-US"/>
        </a:p>
      </dgm:t>
    </dgm:pt>
    <dgm:pt modelId="{9CA4310F-56AD-4B11-8F14-AE830E21ACD9}" type="sibTrans" cxnId="{9613AAC2-ECB4-485A-8130-BABDCA6A11A7}">
      <dgm:prSet/>
      <dgm:spPr/>
      <dgm:t>
        <a:bodyPr/>
        <a:lstStyle/>
        <a:p>
          <a:endParaRPr lang="en-US"/>
        </a:p>
      </dgm:t>
    </dgm:pt>
    <dgm:pt modelId="{4F60FC95-C1D0-41D1-9CEC-793467A34A68}">
      <dgm:prSet/>
      <dgm:spPr/>
      <dgm:t>
        <a:bodyPr/>
        <a:lstStyle/>
        <a:p>
          <a:r>
            <a:rPr lang="en-US" b="0" i="0" baseline="0"/>
            <a:t>Achieves an average compression ratio of </a:t>
          </a:r>
          <a:r>
            <a:rPr lang="en-US" b="1" i="0" baseline="0"/>
            <a:t>1.78:1</a:t>
          </a:r>
          <a:r>
            <a:rPr lang="en-US" b="0" i="0" baseline="0"/>
            <a:t> (~3.5x smaller files than traditional methods).</a:t>
          </a:r>
          <a:endParaRPr lang="en-US"/>
        </a:p>
      </dgm:t>
    </dgm:pt>
    <dgm:pt modelId="{7F0C96BB-228F-436E-A789-E0C0E7DA39BB}" type="parTrans" cxnId="{06C61F08-836C-4CC1-B62E-DAB874B46DFA}">
      <dgm:prSet/>
      <dgm:spPr/>
      <dgm:t>
        <a:bodyPr/>
        <a:lstStyle/>
        <a:p>
          <a:endParaRPr lang="en-US"/>
        </a:p>
      </dgm:t>
    </dgm:pt>
    <dgm:pt modelId="{B20D5794-130D-401D-A2F3-028A3427559E}" type="sibTrans" cxnId="{06C61F08-836C-4CC1-B62E-DAB874B46DFA}">
      <dgm:prSet/>
      <dgm:spPr/>
      <dgm:t>
        <a:bodyPr/>
        <a:lstStyle/>
        <a:p>
          <a:endParaRPr lang="en-US"/>
        </a:p>
      </dgm:t>
    </dgm:pt>
    <dgm:pt modelId="{C2BCF590-470A-4BBE-9504-25E0A80C77AE}">
      <dgm:prSet/>
      <dgm:spPr/>
      <dgm:t>
        <a:bodyPr/>
        <a:lstStyle/>
        <a:p>
          <a:r>
            <a:rPr lang="en-US" b="0" i="0" baseline="0"/>
            <a:t>Lossless by design: Reconstructed data is identical to the original.</a:t>
          </a:r>
          <a:endParaRPr lang="en-US"/>
        </a:p>
      </dgm:t>
    </dgm:pt>
    <dgm:pt modelId="{44A9135E-5A2A-4C34-A47B-06FFB90E3D87}" type="parTrans" cxnId="{EA12905D-DB80-42DE-B823-B2C27C63F529}">
      <dgm:prSet/>
      <dgm:spPr/>
      <dgm:t>
        <a:bodyPr/>
        <a:lstStyle/>
        <a:p>
          <a:endParaRPr lang="en-US"/>
        </a:p>
      </dgm:t>
    </dgm:pt>
    <dgm:pt modelId="{3FDE084B-C0F5-466A-959A-2FB8FA566EA1}" type="sibTrans" cxnId="{EA12905D-DB80-42DE-B823-B2C27C63F529}">
      <dgm:prSet/>
      <dgm:spPr/>
      <dgm:t>
        <a:bodyPr/>
        <a:lstStyle/>
        <a:p>
          <a:endParaRPr lang="en-US"/>
        </a:p>
      </dgm:t>
    </dgm:pt>
    <dgm:pt modelId="{1C04D18A-F80B-4B01-92BA-5A882004B5B9}" type="pres">
      <dgm:prSet presAssocID="{FDB3EF00-D6A7-43CD-88CD-4819D06748DA}" presName="diagram" presStyleCnt="0">
        <dgm:presLayoutVars>
          <dgm:dir/>
          <dgm:resizeHandles val="exact"/>
        </dgm:presLayoutVars>
      </dgm:prSet>
      <dgm:spPr/>
    </dgm:pt>
    <dgm:pt modelId="{F1E67EE8-FD5F-4DDD-8A5C-C5B37D9A32AB}" type="pres">
      <dgm:prSet presAssocID="{E11E6F5D-B603-4763-B92F-47637E4E6BA7}" presName="node" presStyleLbl="node1" presStyleIdx="0" presStyleCnt="4">
        <dgm:presLayoutVars>
          <dgm:bulletEnabled val="1"/>
        </dgm:presLayoutVars>
      </dgm:prSet>
      <dgm:spPr/>
    </dgm:pt>
    <dgm:pt modelId="{6B22CF26-297D-4DAF-80E3-2097BD4934EA}" type="pres">
      <dgm:prSet presAssocID="{4B4EF5DF-D503-4E67-8E04-F1C53CB81EFE}" presName="sibTrans" presStyleCnt="0"/>
      <dgm:spPr/>
    </dgm:pt>
    <dgm:pt modelId="{A35D8D0D-6729-425A-8872-72FD5CD8E7DC}" type="pres">
      <dgm:prSet presAssocID="{809FBEA6-7C14-4EA0-8320-25D096396B1C}" presName="node" presStyleLbl="node1" presStyleIdx="1" presStyleCnt="4">
        <dgm:presLayoutVars>
          <dgm:bulletEnabled val="1"/>
        </dgm:presLayoutVars>
      </dgm:prSet>
      <dgm:spPr/>
    </dgm:pt>
    <dgm:pt modelId="{6995606F-20B7-4AC1-A8B2-2DC326977528}" type="pres">
      <dgm:prSet presAssocID="{9CA4310F-56AD-4B11-8F14-AE830E21ACD9}" presName="sibTrans" presStyleCnt="0"/>
      <dgm:spPr/>
    </dgm:pt>
    <dgm:pt modelId="{484064F2-7D2F-4D49-91D9-FD4280CE9DFC}" type="pres">
      <dgm:prSet presAssocID="{4F60FC95-C1D0-41D1-9CEC-793467A34A68}" presName="node" presStyleLbl="node1" presStyleIdx="2" presStyleCnt="4">
        <dgm:presLayoutVars>
          <dgm:bulletEnabled val="1"/>
        </dgm:presLayoutVars>
      </dgm:prSet>
      <dgm:spPr/>
    </dgm:pt>
    <dgm:pt modelId="{9A650C2F-A5F0-4D9D-A82C-9F36EA6AA576}" type="pres">
      <dgm:prSet presAssocID="{B20D5794-130D-401D-A2F3-028A3427559E}" presName="sibTrans" presStyleCnt="0"/>
      <dgm:spPr/>
    </dgm:pt>
    <dgm:pt modelId="{4EE98C3A-FFC2-4CF7-B38D-A812ED633893}" type="pres">
      <dgm:prSet presAssocID="{C2BCF590-470A-4BBE-9504-25E0A80C77AE}" presName="node" presStyleLbl="node1" presStyleIdx="3" presStyleCnt="4">
        <dgm:presLayoutVars>
          <dgm:bulletEnabled val="1"/>
        </dgm:presLayoutVars>
      </dgm:prSet>
      <dgm:spPr/>
    </dgm:pt>
  </dgm:ptLst>
  <dgm:cxnLst>
    <dgm:cxn modelId="{A8D8D204-27DB-4507-9186-0B9D040B8940}" type="presOf" srcId="{C2BCF590-470A-4BBE-9504-25E0A80C77AE}" destId="{4EE98C3A-FFC2-4CF7-B38D-A812ED633893}" srcOrd="0" destOrd="0" presId="urn:microsoft.com/office/officeart/2005/8/layout/default"/>
    <dgm:cxn modelId="{06C61F08-836C-4CC1-B62E-DAB874B46DFA}" srcId="{FDB3EF00-D6A7-43CD-88CD-4819D06748DA}" destId="{4F60FC95-C1D0-41D1-9CEC-793467A34A68}" srcOrd="2" destOrd="0" parTransId="{7F0C96BB-228F-436E-A789-E0C0E7DA39BB}" sibTransId="{B20D5794-130D-401D-A2F3-028A3427559E}"/>
    <dgm:cxn modelId="{B2931C2C-DF34-49BC-BBCE-9B7E70DF36E4}" type="presOf" srcId="{FDB3EF00-D6A7-43CD-88CD-4819D06748DA}" destId="{1C04D18A-F80B-4B01-92BA-5A882004B5B9}" srcOrd="0" destOrd="0" presId="urn:microsoft.com/office/officeart/2005/8/layout/default"/>
    <dgm:cxn modelId="{EA12905D-DB80-42DE-B823-B2C27C63F529}" srcId="{FDB3EF00-D6A7-43CD-88CD-4819D06748DA}" destId="{C2BCF590-470A-4BBE-9504-25E0A80C77AE}" srcOrd="3" destOrd="0" parTransId="{44A9135E-5A2A-4C34-A47B-06FFB90E3D87}" sibTransId="{3FDE084B-C0F5-466A-959A-2FB8FA566EA1}"/>
    <dgm:cxn modelId="{ED491E45-B0B4-44FC-A293-EAE8C0E0B0CA}" type="presOf" srcId="{E11E6F5D-B603-4763-B92F-47637E4E6BA7}" destId="{F1E67EE8-FD5F-4DDD-8A5C-C5B37D9A32AB}" srcOrd="0" destOrd="0" presId="urn:microsoft.com/office/officeart/2005/8/layout/default"/>
    <dgm:cxn modelId="{92CD7171-D76D-4807-AC42-DBE656FB1BDB}" type="presOf" srcId="{4F60FC95-C1D0-41D1-9CEC-793467A34A68}" destId="{484064F2-7D2F-4D49-91D9-FD4280CE9DFC}" srcOrd="0" destOrd="0" presId="urn:microsoft.com/office/officeart/2005/8/layout/default"/>
    <dgm:cxn modelId="{32052588-2CEC-44CD-A811-64D4C5CE4EC1}" type="presOf" srcId="{809FBEA6-7C14-4EA0-8320-25D096396B1C}" destId="{A35D8D0D-6729-425A-8872-72FD5CD8E7DC}" srcOrd="0" destOrd="0" presId="urn:microsoft.com/office/officeart/2005/8/layout/default"/>
    <dgm:cxn modelId="{9613AAC2-ECB4-485A-8130-BABDCA6A11A7}" srcId="{FDB3EF00-D6A7-43CD-88CD-4819D06748DA}" destId="{809FBEA6-7C14-4EA0-8320-25D096396B1C}" srcOrd="1" destOrd="0" parTransId="{05255603-4C77-469D-B78F-EEB4237EBAFB}" sibTransId="{9CA4310F-56AD-4B11-8F14-AE830E21ACD9}"/>
    <dgm:cxn modelId="{3AF700FB-F66E-40C8-A5FE-52D0449A309B}" srcId="{FDB3EF00-D6A7-43CD-88CD-4819D06748DA}" destId="{E11E6F5D-B603-4763-B92F-47637E4E6BA7}" srcOrd="0" destOrd="0" parTransId="{578DE7BE-D900-4684-B5A5-764B09B2C7C8}" sibTransId="{4B4EF5DF-D503-4E67-8E04-F1C53CB81EFE}"/>
    <dgm:cxn modelId="{4395C16A-719B-4A08-8C12-4727EEA71E37}" type="presParOf" srcId="{1C04D18A-F80B-4B01-92BA-5A882004B5B9}" destId="{F1E67EE8-FD5F-4DDD-8A5C-C5B37D9A32AB}" srcOrd="0" destOrd="0" presId="urn:microsoft.com/office/officeart/2005/8/layout/default"/>
    <dgm:cxn modelId="{8CEF594D-D8F1-45AA-B2F4-ACF3D2392886}" type="presParOf" srcId="{1C04D18A-F80B-4B01-92BA-5A882004B5B9}" destId="{6B22CF26-297D-4DAF-80E3-2097BD4934EA}" srcOrd="1" destOrd="0" presId="urn:microsoft.com/office/officeart/2005/8/layout/default"/>
    <dgm:cxn modelId="{6D6CC50A-43E1-4D0C-8B9D-7A298DC63CD7}" type="presParOf" srcId="{1C04D18A-F80B-4B01-92BA-5A882004B5B9}" destId="{A35D8D0D-6729-425A-8872-72FD5CD8E7DC}" srcOrd="2" destOrd="0" presId="urn:microsoft.com/office/officeart/2005/8/layout/default"/>
    <dgm:cxn modelId="{9CB5BC12-6234-43A4-ABA6-DF87E1A9D8DE}" type="presParOf" srcId="{1C04D18A-F80B-4B01-92BA-5A882004B5B9}" destId="{6995606F-20B7-4AC1-A8B2-2DC326977528}" srcOrd="3" destOrd="0" presId="urn:microsoft.com/office/officeart/2005/8/layout/default"/>
    <dgm:cxn modelId="{AA64D990-ED6F-4DA8-88A3-6776F14A32F8}" type="presParOf" srcId="{1C04D18A-F80B-4B01-92BA-5A882004B5B9}" destId="{484064F2-7D2F-4D49-91D9-FD4280CE9DFC}" srcOrd="4" destOrd="0" presId="urn:microsoft.com/office/officeart/2005/8/layout/default"/>
    <dgm:cxn modelId="{BCFA42D8-7BBE-44F9-B9C1-AFB2585AD736}" type="presParOf" srcId="{1C04D18A-F80B-4B01-92BA-5A882004B5B9}" destId="{9A650C2F-A5F0-4D9D-A82C-9F36EA6AA576}" srcOrd="5" destOrd="0" presId="urn:microsoft.com/office/officeart/2005/8/layout/default"/>
    <dgm:cxn modelId="{4EFCD2ED-03FC-48B6-9EEE-A050E9B899DA}" type="presParOf" srcId="{1C04D18A-F80B-4B01-92BA-5A882004B5B9}" destId="{4EE98C3A-FFC2-4CF7-B38D-A812ED63389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AA4355-0F66-477A-AE27-8B1BC614D7FB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D1DCBB-8810-4576-BA90-9534999EBE62}">
      <dgm:prSet/>
      <dgm:spPr/>
      <dgm:t>
        <a:bodyPr/>
        <a:lstStyle/>
        <a:p>
          <a:r>
            <a:rPr lang="en-IN" b="1"/>
            <a:t>Data Preprocessing</a:t>
          </a:r>
          <a:endParaRPr lang="en-US"/>
        </a:p>
      </dgm:t>
    </dgm:pt>
    <dgm:pt modelId="{0AFC00ED-2AED-4773-8F3E-17BEB1B18956}" type="parTrans" cxnId="{8857A87D-624F-47E3-9163-386AB8FD8699}">
      <dgm:prSet/>
      <dgm:spPr/>
      <dgm:t>
        <a:bodyPr/>
        <a:lstStyle/>
        <a:p>
          <a:endParaRPr lang="en-US"/>
        </a:p>
      </dgm:t>
    </dgm:pt>
    <dgm:pt modelId="{F37F4E98-1BFC-41D1-B7F9-98E9D0E51D2E}" type="sibTrans" cxnId="{8857A87D-624F-47E3-9163-386AB8FD8699}">
      <dgm:prSet/>
      <dgm:spPr/>
      <dgm:t>
        <a:bodyPr/>
        <a:lstStyle/>
        <a:p>
          <a:endParaRPr lang="en-US"/>
        </a:p>
      </dgm:t>
    </dgm:pt>
    <dgm:pt modelId="{1E80E672-D12C-4D9C-8799-8E2D0D08073B}">
      <dgm:prSet/>
      <dgm:spPr/>
      <dgm:t>
        <a:bodyPr/>
        <a:lstStyle/>
        <a:p>
          <a:r>
            <a:rPr lang="en-IN"/>
            <a:t>Tokenize and vectorize input text into numeric sequences.</a:t>
          </a:r>
          <a:endParaRPr lang="en-US"/>
        </a:p>
      </dgm:t>
    </dgm:pt>
    <dgm:pt modelId="{6FF6AE6D-7602-4976-B798-7094745F41CC}" type="parTrans" cxnId="{3D79F551-AC6A-4B93-81B6-5759761D722F}">
      <dgm:prSet/>
      <dgm:spPr/>
      <dgm:t>
        <a:bodyPr/>
        <a:lstStyle/>
        <a:p>
          <a:endParaRPr lang="en-US"/>
        </a:p>
      </dgm:t>
    </dgm:pt>
    <dgm:pt modelId="{DB530C50-C885-4580-B7FD-D0048D9C4AA7}" type="sibTrans" cxnId="{3D79F551-AC6A-4B93-81B6-5759761D722F}">
      <dgm:prSet/>
      <dgm:spPr/>
      <dgm:t>
        <a:bodyPr/>
        <a:lstStyle/>
        <a:p>
          <a:endParaRPr lang="en-US"/>
        </a:p>
      </dgm:t>
    </dgm:pt>
    <dgm:pt modelId="{8FC4805E-353F-4925-950F-DDE68A7731AB}">
      <dgm:prSet/>
      <dgm:spPr/>
      <dgm:t>
        <a:bodyPr/>
        <a:lstStyle/>
        <a:p>
          <a:r>
            <a:rPr lang="en-IN" b="1" dirty="0"/>
            <a:t>RNN Model</a:t>
          </a:r>
          <a:endParaRPr lang="en-US" dirty="0"/>
        </a:p>
      </dgm:t>
    </dgm:pt>
    <dgm:pt modelId="{586C3EE0-1044-4347-8338-23F57C5017CA}" type="parTrans" cxnId="{FA1E6D7B-4C94-4682-B220-6077F45E4258}">
      <dgm:prSet/>
      <dgm:spPr/>
      <dgm:t>
        <a:bodyPr/>
        <a:lstStyle/>
        <a:p>
          <a:endParaRPr lang="en-US"/>
        </a:p>
      </dgm:t>
    </dgm:pt>
    <dgm:pt modelId="{CF3A21CB-4B3D-4601-A9AB-3D7F46FB7C31}" type="sibTrans" cxnId="{FA1E6D7B-4C94-4682-B220-6077F45E4258}">
      <dgm:prSet/>
      <dgm:spPr/>
      <dgm:t>
        <a:bodyPr/>
        <a:lstStyle/>
        <a:p>
          <a:endParaRPr lang="en-US"/>
        </a:p>
      </dgm:t>
    </dgm:pt>
    <dgm:pt modelId="{B6C90E98-B2E7-4E88-814E-8075D14DBF49}">
      <dgm:prSet/>
      <dgm:spPr/>
      <dgm:t>
        <a:bodyPr/>
        <a:lstStyle/>
        <a:p>
          <a:r>
            <a:rPr lang="en-IN"/>
            <a:t>Bidirectional GRU predicts next symbol probabilities given past and future context.</a:t>
          </a:r>
          <a:endParaRPr lang="en-US"/>
        </a:p>
      </dgm:t>
    </dgm:pt>
    <dgm:pt modelId="{B06219F9-DB8E-4E00-B149-8C17EAFAF775}" type="parTrans" cxnId="{3CF4E629-D44E-44F7-B77B-650CAD863209}">
      <dgm:prSet/>
      <dgm:spPr/>
      <dgm:t>
        <a:bodyPr/>
        <a:lstStyle/>
        <a:p>
          <a:endParaRPr lang="en-US"/>
        </a:p>
      </dgm:t>
    </dgm:pt>
    <dgm:pt modelId="{15DCD071-D0B7-4D61-AF8E-66DED16DD4E9}" type="sibTrans" cxnId="{3CF4E629-D44E-44F7-B77B-650CAD863209}">
      <dgm:prSet/>
      <dgm:spPr/>
      <dgm:t>
        <a:bodyPr/>
        <a:lstStyle/>
        <a:p>
          <a:endParaRPr lang="en-US"/>
        </a:p>
      </dgm:t>
    </dgm:pt>
    <dgm:pt modelId="{172E95FC-2BA0-483B-BF73-3D5A871C42D2}">
      <dgm:prSet/>
      <dgm:spPr/>
      <dgm:t>
        <a:bodyPr/>
        <a:lstStyle/>
        <a:p>
          <a:r>
            <a:rPr lang="en-IN" b="1"/>
            <a:t>Arithmetic Coding</a:t>
          </a:r>
          <a:endParaRPr lang="en-US"/>
        </a:p>
      </dgm:t>
    </dgm:pt>
    <dgm:pt modelId="{3D4A83CB-18A2-4735-9856-0DC4ED305A4C}" type="parTrans" cxnId="{E8DE9CBC-D85E-4FC2-AAC3-DDB4CDA44A40}">
      <dgm:prSet/>
      <dgm:spPr/>
      <dgm:t>
        <a:bodyPr/>
        <a:lstStyle/>
        <a:p>
          <a:endParaRPr lang="en-US"/>
        </a:p>
      </dgm:t>
    </dgm:pt>
    <dgm:pt modelId="{02FCE088-4AA6-4E41-AFD7-7643F0CD716B}" type="sibTrans" cxnId="{E8DE9CBC-D85E-4FC2-AAC3-DDB4CDA44A40}">
      <dgm:prSet/>
      <dgm:spPr/>
      <dgm:t>
        <a:bodyPr/>
        <a:lstStyle/>
        <a:p>
          <a:endParaRPr lang="en-US"/>
        </a:p>
      </dgm:t>
    </dgm:pt>
    <dgm:pt modelId="{60532143-8858-4115-B9DE-C0DF23F03DFC}">
      <dgm:prSet/>
      <dgm:spPr/>
      <dgm:t>
        <a:bodyPr/>
        <a:lstStyle/>
        <a:p>
          <a:r>
            <a:rPr lang="en-IN"/>
            <a:t>Uses cumulative probability distribution to encode symbols into a fractional integer.</a:t>
          </a:r>
          <a:endParaRPr lang="en-US"/>
        </a:p>
      </dgm:t>
    </dgm:pt>
    <dgm:pt modelId="{50A04B9F-479B-48F4-80C2-333E00A7E95F}" type="parTrans" cxnId="{F23A64D3-B658-4E8A-9DF2-90B732FCA1F4}">
      <dgm:prSet/>
      <dgm:spPr/>
      <dgm:t>
        <a:bodyPr/>
        <a:lstStyle/>
        <a:p>
          <a:endParaRPr lang="en-US"/>
        </a:p>
      </dgm:t>
    </dgm:pt>
    <dgm:pt modelId="{43AAFB3D-2375-4E60-A3AA-3C23F8F8D2BE}" type="sibTrans" cxnId="{F23A64D3-B658-4E8A-9DF2-90B732FCA1F4}">
      <dgm:prSet/>
      <dgm:spPr/>
      <dgm:t>
        <a:bodyPr/>
        <a:lstStyle/>
        <a:p>
          <a:endParaRPr lang="en-US"/>
        </a:p>
      </dgm:t>
    </dgm:pt>
    <dgm:pt modelId="{53C5F629-EF76-496C-8945-0363892DB377}">
      <dgm:prSet/>
      <dgm:spPr/>
      <dgm:t>
        <a:bodyPr/>
        <a:lstStyle/>
        <a:p>
          <a:r>
            <a:rPr lang="en-IN" b="1"/>
            <a:t>Encoding Process</a:t>
          </a:r>
          <a:endParaRPr lang="en-US"/>
        </a:p>
      </dgm:t>
    </dgm:pt>
    <dgm:pt modelId="{5FDEF3D6-0D95-49C9-A3E0-02C4E3823514}" type="parTrans" cxnId="{5D079FC6-AF6A-4D0A-8861-EBF457763694}">
      <dgm:prSet/>
      <dgm:spPr/>
      <dgm:t>
        <a:bodyPr/>
        <a:lstStyle/>
        <a:p>
          <a:endParaRPr lang="en-US"/>
        </a:p>
      </dgm:t>
    </dgm:pt>
    <dgm:pt modelId="{0D424D16-DAFB-4BC5-ADC8-23F50E9DDF0F}" type="sibTrans" cxnId="{5D079FC6-AF6A-4D0A-8861-EBF457763694}">
      <dgm:prSet/>
      <dgm:spPr/>
      <dgm:t>
        <a:bodyPr/>
        <a:lstStyle/>
        <a:p>
          <a:endParaRPr lang="en-US"/>
        </a:p>
      </dgm:t>
    </dgm:pt>
    <dgm:pt modelId="{78C5F03C-B936-41DA-BC03-DFA060457304}">
      <dgm:prSet/>
      <dgm:spPr/>
      <dgm:t>
        <a:bodyPr/>
        <a:lstStyle/>
        <a:p>
          <a:r>
            <a:rPr lang="en-IN"/>
            <a:t>Sequence of input bytes → RNN predicts probabilities → Cumulative table → Arithmetic Encoder compresses data.</a:t>
          </a:r>
          <a:endParaRPr lang="en-US"/>
        </a:p>
      </dgm:t>
    </dgm:pt>
    <dgm:pt modelId="{90D0F1D7-E5E1-4CA4-835D-DB493E783643}" type="parTrans" cxnId="{559796F4-8E2C-47B2-8B7B-5986D206AB53}">
      <dgm:prSet/>
      <dgm:spPr/>
      <dgm:t>
        <a:bodyPr/>
        <a:lstStyle/>
        <a:p>
          <a:endParaRPr lang="en-US"/>
        </a:p>
      </dgm:t>
    </dgm:pt>
    <dgm:pt modelId="{C3724E69-D239-4B96-8709-32EEB8E7E3D5}" type="sibTrans" cxnId="{559796F4-8E2C-47B2-8B7B-5986D206AB53}">
      <dgm:prSet/>
      <dgm:spPr/>
      <dgm:t>
        <a:bodyPr/>
        <a:lstStyle/>
        <a:p>
          <a:endParaRPr lang="en-US"/>
        </a:p>
      </dgm:t>
    </dgm:pt>
    <dgm:pt modelId="{46C0A6FA-2FFC-4A97-8787-078690398FC5}">
      <dgm:prSet/>
      <dgm:spPr/>
      <dgm:t>
        <a:bodyPr/>
        <a:lstStyle/>
        <a:p>
          <a:r>
            <a:rPr lang="en-IN" b="1"/>
            <a:t>Decoding Process</a:t>
          </a:r>
          <a:endParaRPr lang="en-US"/>
        </a:p>
      </dgm:t>
    </dgm:pt>
    <dgm:pt modelId="{3FADA59B-881D-4359-842C-A7C3C18D47CC}" type="parTrans" cxnId="{F345FA0A-7DB8-4594-92BA-295CE4CA912A}">
      <dgm:prSet/>
      <dgm:spPr/>
      <dgm:t>
        <a:bodyPr/>
        <a:lstStyle/>
        <a:p>
          <a:endParaRPr lang="en-US"/>
        </a:p>
      </dgm:t>
    </dgm:pt>
    <dgm:pt modelId="{911557F9-99EA-4DDD-B79E-13EB74CC47BD}" type="sibTrans" cxnId="{F345FA0A-7DB8-4594-92BA-295CE4CA912A}">
      <dgm:prSet/>
      <dgm:spPr/>
      <dgm:t>
        <a:bodyPr/>
        <a:lstStyle/>
        <a:p>
          <a:endParaRPr lang="en-US"/>
        </a:p>
      </dgm:t>
    </dgm:pt>
    <dgm:pt modelId="{54C3E470-0A62-4A41-85BB-0FDD9D2EE8CC}">
      <dgm:prSet/>
      <dgm:spPr/>
      <dgm:t>
        <a:bodyPr/>
        <a:lstStyle/>
        <a:p>
          <a:r>
            <a:rPr lang="en-IN"/>
            <a:t>Compressed file read → RNN predicts probabilities → Cumulative table → Arithmetic Decoder reconstructs data.</a:t>
          </a:r>
          <a:endParaRPr lang="en-US"/>
        </a:p>
      </dgm:t>
    </dgm:pt>
    <dgm:pt modelId="{387721A2-7D65-48D5-A464-FE98A35E29D2}" type="parTrans" cxnId="{3B327D6F-6CC1-470A-9E65-7F449E6C91E7}">
      <dgm:prSet/>
      <dgm:spPr/>
      <dgm:t>
        <a:bodyPr/>
        <a:lstStyle/>
        <a:p>
          <a:endParaRPr lang="en-US"/>
        </a:p>
      </dgm:t>
    </dgm:pt>
    <dgm:pt modelId="{8544B95D-D741-4C51-BA0A-E811A7089B74}" type="sibTrans" cxnId="{3B327D6F-6CC1-470A-9E65-7F449E6C91E7}">
      <dgm:prSet/>
      <dgm:spPr/>
      <dgm:t>
        <a:bodyPr/>
        <a:lstStyle/>
        <a:p>
          <a:endParaRPr lang="en-US"/>
        </a:p>
      </dgm:t>
    </dgm:pt>
    <dgm:pt modelId="{A1796344-A5B1-4E22-8A24-9D57BC9B1272}" type="pres">
      <dgm:prSet presAssocID="{75AA4355-0F66-477A-AE27-8B1BC614D7FB}" presName="diagram" presStyleCnt="0">
        <dgm:presLayoutVars>
          <dgm:dir/>
          <dgm:resizeHandles val="exact"/>
        </dgm:presLayoutVars>
      </dgm:prSet>
      <dgm:spPr/>
    </dgm:pt>
    <dgm:pt modelId="{858AEA98-9684-49BD-AE08-235AF0990F2C}" type="pres">
      <dgm:prSet presAssocID="{F1D1DCBB-8810-4576-BA90-9534999EBE62}" presName="node" presStyleLbl="node1" presStyleIdx="0" presStyleCnt="5">
        <dgm:presLayoutVars>
          <dgm:bulletEnabled val="1"/>
        </dgm:presLayoutVars>
      </dgm:prSet>
      <dgm:spPr/>
    </dgm:pt>
    <dgm:pt modelId="{EF3A708E-467F-4859-823B-7416FB807E5C}" type="pres">
      <dgm:prSet presAssocID="{F37F4E98-1BFC-41D1-B7F9-98E9D0E51D2E}" presName="sibTrans" presStyleCnt="0"/>
      <dgm:spPr/>
    </dgm:pt>
    <dgm:pt modelId="{CB7B261B-483A-479D-ABE9-8A6EF7CABC92}" type="pres">
      <dgm:prSet presAssocID="{8FC4805E-353F-4925-950F-DDE68A7731AB}" presName="node" presStyleLbl="node1" presStyleIdx="1" presStyleCnt="5">
        <dgm:presLayoutVars>
          <dgm:bulletEnabled val="1"/>
        </dgm:presLayoutVars>
      </dgm:prSet>
      <dgm:spPr/>
    </dgm:pt>
    <dgm:pt modelId="{C21CD15F-B3A5-4922-BE63-D907ADBD2670}" type="pres">
      <dgm:prSet presAssocID="{CF3A21CB-4B3D-4601-A9AB-3D7F46FB7C31}" presName="sibTrans" presStyleCnt="0"/>
      <dgm:spPr/>
    </dgm:pt>
    <dgm:pt modelId="{22E7B504-C2E0-4535-8F46-85DCE77CDAA0}" type="pres">
      <dgm:prSet presAssocID="{172E95FC-2BA0-483B-BF73-3D5A871C42D2}" presName="node" presStyleLbl="node1" presStyleIdx="2" presStyleCnt="5">
        <dgm:presLayoutVars>
          <dgm:bulletEnabled val="1"/>
        </dgm:presLayoutVars>
      </dgm:prSet>
      <dgm:spPr/>
    </dgm:pt>
    <dgm:pt modelId="{D82B1646-3C67-480F-AEAD-9F3FC84AA410}" type="pres">
      <dgm:prSet presAssocID="{02FCE088-4AA6-4E41-AFD7-7643F0CD716B}" presName="sibTrans" presStyleCnt="0"/>
      <dgm:spPr/>
    </dgm:pt>
    <dgm:pt modelId="{3E98A1E8-DD3B-4B08-97F7-DFE4F030FB8E}" type="pres">
      <dgm:prSet presAssocID="{53C5F629-EF76-496C-8945-0363892DB377}" presName="node" presStyleLbl="node1" presStyleIdx="3" presStyleCnt="5">
        <dgm:presLayoutVars>
          <dgm:bulletEnabled val="1"/>
        </dgm:presLayoutVars>
      </dgm:prSet>
      <dgm:spPr/>
    </dgm:pt>
    <dgm:pt modelId="{4D0B6291-1676-4D6D-A3E1-F8EA7E7E8542}" type="pres">
      <dgm:prSet presAssocID="{0D424D16-DAFB-4BC5-ADC8-23F50E9DDF0F}" presName="sibTrans" presStyleCnt="0"/>
      <dgm:spPr/>
    </dgm:pt>
    <dgm:pt modelId="{A8EE967F-5B3C-4703-B8CF-E7984E1C0E88}" type="pres">
      <dgm:prSet presAssocID="{46C0A6FA-2FFC-4A97-8787-078690398FC5}" presName="node" presStyleLbl="node1" presStyleIdx="4" presStyleCnt="5">
        <dgm:presLayoutVars>
          <dgm:bulletEnabled val="1"/>
        </dgm:presLayoutVars>
      </dgm:prSet>
      <dgm:spPr/>
    </dgm:pt>
  </dgm:ptLst>
  <dgm:cxnLst>
    <dgm:cxn modelId="{B69BEF01-BBB7-4D24-AEFD-6A8E2A62D2C8}" type="presOf" srcId="{60532143-8858-4115-B9DE-C0DF23F03DFC}" destId="{22E7B504-C2E0-4535-8F46-85DCE77CDAA0}" srcOrd="0" destOrd="1" presId="urn:microsoft.com/office/officeart/2005/8/layout/default"/>
    <dgm:cxn modelId="{F345FA0A-7DB8-4594-92BA-295CE4CA912A}" srcId="{75AA4355-0F66-477A-AE27-8B1BC614D7FB}" destId="{46C0A6FA-2FFC-4A97-8787-078690398FC5}" srcOrd="4" destOrd="0" parTransId="{3FADA59B-881D-4359-842C-A7C3C18D47CC}" sibTransId="{911557F9-99EA-4DDD-B79E-13EB74CC47BD}"/>
    <dgm:cxn modelId="{3CF4E629-D44E-44F7-B77B-650CAD863209}" srcId="{8FC4805E-353F-4925-950F-DDE68A7731AB}" destId="{B6C90E98-B2E7-4E88-814E-8075D14DBF49}" srcOrd="0" destOrd="0" parTransId="{B06219F9-DB8E-4E00-B149-8C17EAFAF775}" sibTransId="{15DCD071-D0B7-4D61-AF8E-66DED16DD4E9}"/>
    <dgm:cxn modelId="{7926282B-C4D1-42A2-9BD9-1970103F79C7}" type="presOf" srcId="{54C3E470-0A62-4A41-85BB-0FDD9D2EE8CC}" destId="{A8EE967F-5B3C-4703-B8CF-E7984E1C0E88}" srcOrd="0" destOrd="1" presId="urn:microsoft.com/office/officeart/2005/8/layout/default"/>
    <dgm:cxn modelId="{46E11D5F-7876-4BA5-A45B-061A12C047C3}" type="presOf" srcId="{53C5F629-EF76-496C-8945-0363892DB377}" destId="{3E98A1E8-DD3B-4B08-97F7-DFE4F030FB8E}" srcOrd="0" destOrd="0" presId="urn:microsoft.com/office/officeart/2005/8/layout/default"/>
    <dgm:cxn modelId="{3B327D6F-6CC1-470A-9E65-7F449E6C91E7}" srcId="{46C0A6FA-2FFC-4A97-8787-078690398FC5}" destId="{54C3E470-0A62-4A41-85BB-0FDD9D2EE8CC}" srcOrd="0" destOrd="0" parTransId="{387721A2-7D65-48D5-A464-FE98A35E29D2}" sibTransId="{8544B95D-D741-4C51-BA0A-E811A7089B74}"/>
    <dgm:cxn modelId="{3D79F551-AC6A-4B93-81B6-5759761D722F}" srcId="{F1D1DCBB-8810-4576-BA90-9534999EBE62}" destId="{1E80E672-D12C-4D9C-8799-8E2D0D08073B}" srcOrd="0" destOrd="0" parTransId="{6FF6AE6D-7602-4976-B798-7094745F41CC}" sibTransId="{DB530C50-C885-4580-B7FD-D0048D9C4AA7}"/>
    <dgm:cxn modelId="{C2F14573-9D2C-4694-A607-F689FDC25B4F}" type="presOf" srcId="{75AA4355-0F66-477A-AE27-8B1BC614D7FB}" destId="{A1796344-A5B1-4E22-8A24-9D57BC9B1272}" srcOrd="0" destOrd="0" presId="urn:microsoft.com/office/officeart/2005/8/layout/default"/>
    <dgm:cxn modelId="{FA1E6D7B-4C94-4682-B220-6077F45E4258}" srcId="{75AA4355-0F66-477A-AE27-8B1BC614D7FB}" destId="{8FC4805E-353F-4925-950F-DDE68A7731AB}" srcOrd="1" destOrd="0" parTransId="{586C3EE0-1044-4347-8338-23F57C5017CA}" sibTransId="{CF3A21CB-4B3D-4601-A9AB-3D7F46FB7C31}"/>
    <dgm:cxn modelId="{8857A87D-624F-47E3-9163-386AB8FD8699}" srcId="{75AA4355-0F66-477A-AE27-8B1BC614D7FB}" destId="{F1D1DCBB-8810-4576-BA90-9534999EBE62}" srcOrd="0" destOrd="0" parTransId="{0AFC00ED-2AED-4773-8F3E-17BEB1B18956}" sibTransId="{F37F4E98-1BFC-41D1-B7F9-98E9D0E51D2E}"/>
    <dgm:cxn modelId="{D0115586-49C6-42F6-A691-844328E6E01C}" type="presOf" srcId="{1E80E672-D12C-4D9C-8799-8E2D0D08073B}" destId="{858AEA98-9684-49BD-AE08-235AF0990F2C}" srcOrd="0" destOrd="1" presId="urn:microsoft.com/office/officeart/2005/8/layout/default"/>
    <dgm:cxn modelId="{31627E86-1BBD-4E3C-AC2C-DD43EA03C815}" type="presOf" srcId="{78C5F03C-B936-41DA-BC03-DFA060457304}" destId="{3E98A1E8-DD3B-4B08-97F7-DFE4F030FB8E}" srcOrd="0" destOrd="1" presId="urn:microsoft.com/office/officeart/2005/8/layout/default"/>
    <dgm:cxn modelId="{A9B38497-F425-436B-8718-2A51A303DB87}" type="presOf" srcId="{172E95FC-2BA0-483B-BF73-3D5A871C42D2}" destId="{22E7B504-C2E0-4535-8F46-85DCE77CDAA0}" srcOrd="0" destOrd="0" presId="urn:microsoft.com/office/officeart/2005/8/layout/default"/>
    <dgm:cxn modelId="{EAE25DA8-9BE3-41C6-8D7F-57E79391885B}" type="presOf" srcId="{B6C90E98-B2E7-4E88-814E-8075D14DBF49}" destId="{CB7B261B-483A-479D-ABE9-8A6EF7CABC92}" srcOrd="0" destOrd="1" presId="urn:microsoft.com/office/officeart/2005/8/layout/default"/>
    <dgm:cxn modelId="{7B30DBB3-3A1B-4CEA-BAA4-03834ADBA4B7}" type="presOf" srcId="{8FC4805E-353F-4925-950F-DDE68A7731AB}" destId="{CB7B261B-483A-479D-ABE9-8A6EF7CABC92}" srcOrd="0" destOrd="0" presId="urn:microsoft.com/office/officeart/2005/8/layout/default"/>
    <dgm:cxn modelId="{E8DE9CBC-D85E-4FC2-AAC3-DDB4CDA44A40}" srcId="{75AA4355-0F66-477A-AE27-8B1BC614D7FB}" destId="{172E95FC-2BA0-483B-BF73-3D5A871C42D2}" srcOrd="2" destOrd="0" parTransId="{3D4A83CB-18A2-4735-9856-0DC4ED305A4C}" sibTransId="{02FCE088-4AA6-4E41-AFD7-7643F0CD716B}"/>
    <dgm:cxn modelId="{07AC28C2-FA92-4D0C-BFC7-6FF0244ACC0C}" type="presOf" srcId="{F1D1DCBB-8810-4576-BA90-9534999EBE62}" destId="{858AEA98-9684-49BD-AE08-235AF0990F2C}" srcOrd="0" destOrd="0" presId="urn:microsoft.com/office/officeart/2005/8/layout/default"/>
    <dgm:cxn modelId="{5D079FC6-AF6A-4D0A-8861-EBF457763694}" srcId="{75AA4355-0F66-477A-AE27-8B1BC614D7FB}" destId="{53C5F629-EF76-496C-8945-0363892DB377}" srcOrd="3" destOrd="0" parTransId="{5FDEF3D6-0D95-49C9-A3E0-02C4E3823514}" sibTransId="{0D424D16-DAFB-4BC5-ADC8-23F50E9DDF0F}"/>
    <dgm:cxn modelId="{F23A64D3-B658-4E8A-9DF2-90B732FCA1F4}" srcId="{172E95FC-2BA0-483B-BF73-3D5A871C42D2}" destId="{60532143-8858-4115-B9DE-C0DF23F03DFC}" srcOrd="0" destOrd="0" parTransId="{50A04B9F-479B-48F4-80C2-333E00A7E95F}" sibTransId="{43AAFB3D-2375-4E60-A3AA-3C23F8F8D2BE}"/>
    <dgm:cxn modelId="{559796F4-8E2C-47B2-8B7B-5986D206AB53}" srcId="{53C5F629-EF76-496C-8945-0363892DB377}" destId="{78C5F03C-B936-41DA-BC03-DFA060457304}" srcOrd="0" destOrd="0" parTransId="{90D0F1D7-E5E1-4CA4-835D-DB493E783643}" sibTransId="{C3724E69-D239-4B96-8709-32EEB8E7E3D5}"/>
    <dgm:cxn modelId="{F9E86CFE-5CC0-45C2-A385-91CD29C1F642}" type="presOf" srcId="{46C0A6FA-2FFC-4A97-8787-078690398FC5}" destId="{A8EE967F-5B3C-4703-B8CF-E7984E1C0E88}" srcOrd="0" destOrd="0" presId="urn:microsoft.com/office/officeart/2005/8/layout/default"/>
    <dgm:cxn modelId="{335AEFD7-036D-4D87-9EAF-5F64FA87A9B4}" type="presParOf" srcId="{A1796344-A5B1-4E22-8A24-9D57BC9B1272}" destId="{858AEA98-9684-49BD-AE08-235AF0990F2C}" srcOrd="0" destOrd="0" presId="urn:microsoft.com/office/officeart/2005/8/layout/default"/>
    <dgm:cxn modelId="{F03F6AC7-8CEC-4176-802D-C998FB4B0ADC}" type="presParOf" srcId="{A1796344-A5B1-4E22-8A24-9D57BC9B1272}" destId="{EF3A708E-467F-4859-823B-7416FB807E5C}" srcOrd="1" destOrd="0" presId="urn:microsoft.com/office/officeart/2005/8/layout/default"/>
    <dgm:cxn modelId="{1C86A4C2-8391-4011-814B-54D6C67756A4}" type="presParOf" srcId="{A1796344-A5B1-4E22-8A24-9D57BC9B1272}" destId="{CB7B261B-483A-479D-ABE9-8A6EF7CABC92}" srcOrd="2" destOrd="0" presId="urn:microsoft.com/office/officeart/2005/8/layout/default"/>
    <dgm:cxn modelId="{2A5A4A0A-BF2C-4C33-BC5B-4C605A8C5DA0}" type="presParOf" srcId="{A1796344-A5B1-4E22-8A24-9D57BC9B1272}" destId="{C21CD15F-B3A5-4922-BE63-D907ADBD2670}" srcOrd="3" destOrd="0" presId="urn:microsoft.com/office/officeart/2005/8/layout/default"/>
    <dgm:cxn modelId="{9DA8BE45-599B-4BF1-A430-0869A3421D9C}" type="presParOf" srcId="{A1796344-A5B1-4E22-8A24-9D57BC9B1272}" destId="{22E7B504-C2E0-4535-8F46-85DCE77CDAA0}" srcOrd="4" destOrd="0" presId="urn:microsoft.com/office/officeart/2005/8/layout/default"/>
    <dgm:cxn modelId="{F9706079-2AC8-4EE0-902F-727DCB350CCC}" type="presParOf" srcId="{A1796344-A5B1-4E22-8A24-9D57BC9B1272}" destId="{D82B1646-3C67-480F-AEAD-9F3FC84AA410}" srcOrd="5" destOrd="0" presId="urn:microsoft.com/office/officeart/2005/8/layout/default"/>
    <dgm:cxn modelId="{8F1A93CE-6FAC-4DD8-B1AE-B7BA115729BD}" type="presParOf" srcId="{A1796344-A5B1-4E22-8A24-9D57BC9B1272}" destId="{3E98A1E8-DD3B-4B08-97F7-DFE4F030FB8E}" srcOrd="6" destOrd="0" presId="urn:microsoft.com/office/officeart/2005/8/layout/default"/>
    <dgm:cxn modelId="{11C8A2CC-6EB6-4383-9255-99A4B34E96E6}" type="presParOf" srcId="{A1796344-A5B1-4E22-8A24-9D57BC9B1272}" destId="{4D0B6291-1676-4D6D-A3E1-F8EA7E7E8542}" srcOrd="7" destOrd="0" presId="urn:microsoft.com/office/officeart/2005/8/layout/default"/>
    <dgm:cxn modelId="{C15119F7-AFCA-41FF-9882-62E40E8930FD}" type="presParOf" srcId="{A1796344-A5B1-4E22-8A24-9D57BC9B1272}" destId="{A8EE967F-5B3C-4703-B8CF-E7984E1C0E8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286EE91-81E3-4846-BE3D-EAF86D46C3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74A82B-62B0-4A0A-9159-C8B3995EDE52}">
      <dgm:prSet/>
      <dgm:spPr/>
      <dgm:t>
        <a:bodyPr/>
        <a:lstStyle/>
        <a:p>
          <a:r>
            <a:rPr lang="en-US" b="0" i="0" baseline="0"/>
            <a:t>RNN + Arithmetic Coding improves lossless text compression.</a:t>
          </a:r>
          <a:endParaRPr lang="en-US"/>
        </a:p>
      </dgm:t>
    </dgm:pt>
    <dgm:pt modelId="{89CD339A-2E06-4C32-BAE6-7E2E3FBD99DF}" type="parTrans" cxnId="{98BF0EBB-A90E-443B-87B1-DE6994B06817}">
      <dgm:prSet/>
      <dgm:spPr/>
      <dgm:t>
        <a:bodyPr/>
        <a:lstStyle/>
        <a:p>
          <a:endParaRPr lang="en-US"/>
        </a:p>
      </dgm:t>
    </dgm:pt>
    <dgm:pt modelId="{7CFFAAD0-001E-429D-84E7-44B7FB003110}" type="sibTrans" cxnId="{98BF0EBB-A90E-443B-87B1-DE6994B06817}">
      <dgm:prSet/>
      <dgm:spPr/>
      <dgm:t>
        <a:bodyPr/>
        <a:lstStyle/>
        <a:p>
          <a:endParaRPr lang="en-US"/>
        </a:p>
      </dgm:t>
    </dgm:pt>
    <dgm:pt modelId="{D0023A6F-04B4-49C3-8258-7AE02FEE08A0}">
      <dgm:prSet/>
      <dgm:spPr/>
      <dgm:t>
        <a:bodyPr/>
        <a:lstStyle/>
        <a:p>
          <a:r>
            <a:rPr lang="en-US" b="0" i="0" baseline="0"/>
            <a:t>Learns symbol dependencies and sequential patterns.</a:t>
          </a:r>
          <a:endParaRPr lang="en-US"/>
        </a:p>
      </dgm:t>
    </dgm:pt>
    <dgm:pt modelId="{A131C197-61D6-4F3F-9445-E53B6D9FB194}" type="parTrans" cxnId="{B2BE066E-1001-4194-91B1-BC05CCC711BB}">
      <dgm:prSet/>
      <dgm:spPr/>
      <dgm:t>
        <a:bodyPr/>
        <a:lstStyle/>
        <a:p>
          <a:endParaRPr lang="en-US"/>
        </a:p>
      </dgm:t>
    </dgm:pt>
    <dgm:pt modelId="{323AA70E-70A6-4DA7-AA6E-1D2EB223D683}" type="sibTrans" cxnId="{B2BE066E-1001-4194-91B1-BC05CCC711BB}">
      <dgm:prSet/>
      <dgm:spPr/>
      <dgm:t>
        <a:bodyPr/>
        <a:lstStyle/>
        <a:p>
          <a:endParaRPr lang="en-US"/>
        </a:p>
      </dgm:t>
    </dgm:pt>
    <dgm:pt modelId="{9AD2F42E-D242-4701-857B-B275BFC63863}">
      <dgm:prSet/>
      <dgm:spPr/>
      <dgm:t>
        <a:bodyPr/>
        <a:lstStyle/>
        <a:p>
          <a:r>
            <a:rPr lang="en-US" b="0" i="0" baseline="0" dirty="0"/>
            <a:t>Achieves higher compression ratios than </a:t>
          </a:r>
          <a:r>
            <a:rPr kumimoji="0" lang="en-US" altLang="en-US" b="1" i="0" u="none" strike="noStrike" cap="none" normalizeH="0" baseline="0" dirty="0">
              <a:ln>
                <a:noFill/>
              </a:ln>
              <a:effectLst/>
            </a:rPr>
            <a:t>Shannon Fano</a:t>
          </a:r>
          <a:r>
            <a:rPr lang="en-US" b="0" i="0" baseline="0" dirty="0"/>
            <a:t>.</a:t>
          </a:r>
          <a:endParaRPr lang="en-US" dirty="0"/>
        </a:p>
      </dgm:t>
    </dgm:pt>
    <dgm:pt modelId="{51FCC126-86AC-40EF-8DB1-7A8D608CF0B8}" type="parTrans" cxnId="{DC6DABE5-2173-4880-9A2C-C4F9A210BDCF}">
      <dgm:prSet/>
      <dgm:spPr/>
      <dgm:t>
        <a:bodyPr/>
        <a:lstStyle/>
        <a:p>
          <a:endParaRPr lang="en-US"/>
        </a:p>
      </dgm:t>
    </dgm:pt>
    <dgm:pt modelId="{674CE05A-1F4C-4F47-9DA3-3524CDAEB17E}" type="sibTrans" cxnId="{DC6DABE5-2173-4880-9A2C-C4F9A210BDCF}">
      <dgm:prSet/>
      <dgm:spPr/>
      <dgm:t>
        <a:bodyPr/>
        <a:lstStyle/>
        <a:p>
          <a:endParaRPr lang="en-US"/>
        </a:p>
      </dgm:t>
    </dgm:pt>
    <dgm:pt modelId="{2101AF8D-82E9-423A-81BB-27026DE71911}">
      <dgm:prSet/>
      <dgm:spPr/>
      <dgm:t>
        <a:bodyPr/>
        <a:lstStyle/>
        <a:p>
          <a:r>
            <a:rPr lang="en-US" b="0" i="0" baseline="0"/>
            <a:t>Ensures perfect reconstruction of original data (lossless).</a:t>
          </a:r>
          <a:endParaRPr lang="en-US"/>
        </a:p>
      </dgm:t>
    </dgm:pt>
    <dgm:pt modelId="{E0E79F57-9A34-410A-9565-691B31A81D2C}" type="parTrans" cxnId="{96CF3C38-B9BF-4E68-9B31-7E718E8EB376}">
      <dgm:prSet/>
      <dgm:spPr/>
      <dgm:t>
        <a:bodyPr/>
        <a:lstStyle/>
        <a:p>
          <a:endParaRPr lang="en-US"/>
        </a:p>
      </dgm:t>
    </dgm:pt>
    <dgm:pt modelId="{E109820E-8C3F-42D7-A6B0-9BA0D57F60BB}" type="sibTrans" cxnId="{96CF3C38-B9BF-4E68-9B31-7E718E8EB376}">
      <dgm:prSet/>
      <dgm:spPr/>
      <dgm:t>
        <a:bodyPr/>
        <a:lstStyle/>
        <a:p>
          <a:endParaRPr lang="en-US"/>
        </a:p>
      </dgm:t>
    </dgm:pt>
    <dgm:pt modelId="{F609E1FF-09A6-49BB-80B5-3056E53C439B}">
      <dgm:prSet/>
      <dgm:spPr/>
      <dgm:t>
        <a:bodyPr/>
        <a:lstStyle/>
        <a:p>
          <a:r>
            <a:rPr lang="en-US" b="0" i="0" baseline="0"/>
            <a:t>Compression is slower but reduces file size significantly.</a:t>
          </a:r>
          <a:endParaRPr lang="en-US"/>
        </a:p>
      </dgm:t>
    </dgm:pt>
    <dgm:pt modelId="{BECD9B48-81D5-410C-9668-A370F3AF2191}" type="parTrans" cxnId="{0AB555F5-F54E-4677-BB09-2D66DE299CD2}">
      <dgm:prSet/>
      <dgm:spPr/>
      <dgm:t>
        <a:bodyPr/>
        <a:lstStyle/>
        <a:p>
          <a:endParaRPr lang="en-US"/>
        </a:p>
      </dgm:t>
    </dgm:pt>
    <dgm:pt modelId="{376ED8DF-DBEA-4B89-AD23-A775C2A8A7E2}" type="sibTrans" cxnId="{0AB555F5-F54E-4677-BB09-2D66DE299CD2}">
      <dgm:prSet/>
      <dgm:spPr/>
      <dgm:t>
        <a:bodyPr/>
        <a:lstStyle/>
        <a:p>
          <a:endParaRPr lang="en-US"/>
        </a:p>
      </dgm:t>
    </dgm:pt>
    <dgm:pt modelId="{654E0095-6D40-43C0-AA3D-FB653931C780}">
      <dgm:prSet/>
      <dgm:spPr/>
      <dgm:t>
        <a:bodyPr/>
        <a:lstStyle/>
        <a:p>
          <a:r>
            <a:rPr lang="en-US" b="0" i="0" baseline="0"/>
            <a:t>Demonstrates potential for deep learning to enhance traditional compression methods.</a:t>
          </a:r>
          <a:endParaRPr lang="en-US"/>
        </a:p>
      </dgm:t>
    </dgm:pt>
    <dgm:pt modelId="{7E632C7D-3B01-40B8-AE70-E801AFD42625}" type="parTrans" cxnId="{815844D1-33C2-4AE1-8B54-05CFBCFA2B5A}">
      <dgm:prSet/>
      <dgm:spPr/>
      <dgm:t>
        <a:bodyPr/>
        <a:lstStyle/>
        <a:p>
          <a:endParaRPr lang="en-US"/>
        </a:p>
      </dgm:t>
    </dgm:pt>
    <dgm:pt modelId="{1328EAA9-0B40-43A4-A5C6-BE34741245EB}" type="sibTrans" cxnId="{815844D1-33C2-4AE1-8B54-05CFBCFA2B5A}">
      <dgm:prSet/>
      <dgm:spPr/>
      <dgm:t>
        <a:bodyPr/>
        <a:lstStyle/>
        <a:p>
          <a:endParaRPr lang="en-US"/>
        </a:p>
      </dgm:t>
    </dgm:pt>
    <dgm:pt modelId="{66C85067-CE4E-41C5-BA8C-2CBBA4380412}" type="pres">
      <dgm:prSet presAssocID="{9286EE91-81E3-4846-BE3D-EAF86D46C384}" presName="linear" presStyleCnt="0">
        <dgm:presLayoutVars>
          <dgm:animLvl val="lvl"/>
          <dgm:resizeHandles val="exact"/>
        </dgm:presLayoutVars>
      </dgm:prSet>
      <dgm:spPr/>
    </dgm:pt>
    <dgm:pt modelId="{BD46EC31-8DF5-4BDC-A703-8444DF1F9165}" type="pres">
      <dgm:prSet presAssocID="{3B74A82B-62B0-4A0A-9159-C8B3995EDE5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A217B93-5FCA-4857-9061-BDB10D229E62}" type="pres">
      <dgm:prSet presAssocID="{7CFFAAD0-001E-429D-84E7-44B7FB003110}" presName="spacer" presStyleCnt="0"/>
      <dgm:spPr/>
    </dgm:pt>
    <dgm:pt modelId="{92BE7DED-453A-4EE4-AA4A-651BB21078F8}" type="pres">
      <dgm:prSet presAssocID="{D0023A6F-04B4-49C3-8258-7AE02FEE08A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86A446E-0011-463A-AB66-19CEF427E663}" type="pres">
      <dgm:prSet presAssocID="{323AA70E-70A6-4DA7-AA6E-1D2EB223D683}" presName="spacer" presStyleCnt="0"/>
      <dgm:spPr/>
    </dgm:pt>
    <dgm:pt modelId="{A34BF3BD-6AAF-4ED0-BE2E-6BAB6E4C5D1B}" type="pres">
      <dgm:prSet presAssocID="{9AD2F42E-D242-4701-857B-B275BFC6386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C15D46F-56B5-4267-B75D-4F8413A8FBEA}" type="pres">
      <dgm:prSet presAssocID="{674CE05A-1F4C-4F47-9DA3-3524CDAEB17E}" presName="spacer" presStyleCnt="0"/>
      <dgm:spPr/>
    </dgm:pt>
    <dgm:pt modelId="{2D511833-0FFE-4B2F-9431-7868DFA2B08E}" type="pres">
      <dgm:prSet presAssocID="{2101AF8D-82E9-423A-81BB-27026DE7191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BFDE793-370B-4C04-A22A-40BA33688E72}" type="pres">
      <dgm:prSet presAssocID="{E109820E-8C3F-42D7-A6B0-9BA0D57F60BB}" presName="spacer" presStyleCnt="0"/>
      <dgm:spPr/>
    </dgm:pt>
    <dgm:pt modelId="{A9E83E04-36FC-4CBD-A91F-93E63B8DAC08}" type="pres">
      <dgm:prSet presAssocID="{F609E1FF-09A6-49BB-80B5-3056E53C439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97475A6-2539-46E0-B27D-D98FB2751979}" type="pres">
      <dgm:prSet presAssocID="{376ED8DF-DBEA-4B89-AD23-A775C2A8A7E2}" presName="spacer" presStyleCnt="0"/>
      <dgm:spPr/>
    </dgm:pt>
    <dgm:pt modelId="{E37B1AF1-5456-4B4F-8268-E11350006A9F}" type="pres">
      <dgm:prSet presAssocID="{654E0095-6D40-43C0-AA3D-FB653931C78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F238202-4673-43C0-92EC-BDAD9656FB47}" type="presOf" srcId="{9AD2F42E-D242-4701-857B-B275BFC63863}" destId="{A34BF3BD-6AAF-4ED0-BE2E-6BAB6E4C5D1B}" srcOrd="0" destOrd="0" presId="urn:microsoft.com/office/officeart/2005/8/layout/vList2"/>
    <dgm:cxn modelId="{96CF3C38-B9BF-4E68-9B31-7E718E8EB376}" srcId="{9286EE91-81E3-4846-BE3D-EAF86D46C384}" destId="{2101AF8D-82E9-423A-81BB-27026DE71911}" srcOrd="3" destOrd="0" parTransId="{E0E79F57-9A34-410A-9565-691B31A81D2C}" sibTransId="{E109820E-8C3F-42D7-A6B0-9BA0D57F60BB}"/>
    <dgm:cxn modelId="{4A20D03C-C3AF-4C79-952E-0D101AC01990}" type="presOf" srcId="{2101AF8D-82E9-423A-81BB-27026DE71911}" destId="{2D511833-0FFE-4B2F-9431-7868DFA2B08E}" srcOrd="0" destOrd="0" presId="urn:microsoft.com/office/officeart/2005/8/layout/vList2"/>
    <dgm:cxn modelId="{B2BE066E-1001-4194-91B1-BC05CCC711BB}" srcId="{9286EE91-81E3-4846-BE3D-EAF86D46C384}" destId="{D0023A6F-04B4-49C3-8258-7AE02FEE08A0}" srcOrd="1" destOrd="0" parTransId="{A131C197-61D6-4F3F-9445-E53B6D9FB194}" sibTransId="{323AA70E-70A6-4DA7-AA6E-1D2EB223D683}"/>
    <dgm:cxn modelId="{E4FB5888-0413-49C0-8676-7F4BD4D93B6A}" type="presOf" srcId="{F609E1FF-09A6-49BB-80B5-3056E53C439B}" destId="{A9E83E04-36FC-4CBD-A91F-93E63B8DAC08}" srcOrd="0" destOrd="0" presId="urn:microsoft.com/office/officeart/2005/8/layout/vList2"/>
    <dgm:cxn modelId="{7A399A9C-6D2A-4A25-87B4-D97E90464A94}" type="presOf" srcId="{654E0095-6D40-43C0-AA3D-FB653931C780}" destId="{E37B1AF1-5456-4B4F-8268-E11350006A9F}" srcOrd="0" destOrd="0" presId="urn:microsoft.com/office/officeart/2005/8/layout/vList2"/>
    <dgm:cxn modelId="{32BBA6B4-8EFA-463A-9306-5E448BDF84F5}" type="presOf" srcId="{9286EE91-81E3-4846-BE3D-EAF86D46C384}" destId="{66C85067-CE4E-41C5-BA8C-2CBBA4380412}" srcOrd="0" destOrd="0" presId="urn:microsoft.com/office/officeart/2005/8/layout/vList2"/>
    <dgm:cxn modelId="{98BF0EBB-A90E-443B-87B1-DE6994B06817}" srcId="{9286EE91-81E3-4846-BE3D-EAF86D46C384}" destId="{3B74A82B-62B0-4A0A-9159-C8B3995EDE52}" srcOrd="0" destOrd="0" parTransId="{89CD339A-2E06-4C32-BAE6-7E2E3FBD99DF}" sibTransId="{7CFFAAD0-001E-429D-84E7-44B7FB003110}"/>
    <dgm:cxn modelId="{815844D1-33C2-4AE1-8B54-05CFBCFA2B5A}" srcId="{9286EE91-81E3-4846-BE3D-EAF86D46C384}" destId="{654E0095-6D40-43C0-AA3D-FB653931C780}" srcOrd="5" destOrd="0" parTransId="{7E632C7D-3B01-40B8-AE70-E801AFD42625}" sibTransId="{1328EAA9-0B40-43A4-A5C6-BE34741245EB}"/>
    <dgm:cxn modelId="{2B94B5E0-53F1-46A9-A2AF-8CF53A3E3923}" type="presOf" srcId="{D0023A6F-04B4-49C3-8258-7AE02FEE08A0}" destId="{92BE7DED-453A-4EE4-AA4A-651BB21078F8}" srcOrd="0" destOrd="0" presId="urn:microsoft.com/office/officeart/2005/8/layout/vList2"/>
    <dgm:cxn modelId="{DC6DABE5-2173-4880-9A2C-C4F9A210BDCF}" srcId="{9286EE91-81E3-4846-BE3D-EAF86D46C384}" destId="{9AD2F42E-D242-4701-857B-B275BFC63863}" srcOrd="2" destOrd="0" parTransId="{51FCC126-86AC-40EF-8DB1-7A8D608CF0B8}" sibTransId="{674CE05A-1F4C-4F47-9DA3-3524CDAEB17E}"/>
    <dgm:cxn modelId="{B6357BEB-9AF1-4BF4-A681-55C7D3FB58A0}" type="presOf" srcId="{3B74A82B-62B0-4A0A-9159-C8B3995EDE52}" destId="{BD46EC31-8DF5-4BDC-A703-8444DF1F9165}" srcOrd="0" destOrd="0" presId="urn:microsoft.com/office/officeart/2005/8/layout/vList2"/>
    <dgm:cxn modelId="{0AB555F5-F54E-4677-BB09-2D66DE299CD2}" srcId="{9286EE91-81E3-4846-BE3D-EAF86D46C384}" destId="{F609E1FF-09A6-49BB-80B5-3056E53C439B}" srcOrd="4" destOrd="0" parTransId="{BECD9B48-81D5-410C-9668-A370F3AF2191}" sibTransId="{376ED8DF-DBEA-4B89-AD23-A775C2A8A7E2}"/>
    <dgm:cxn modelId="{874D0526-EE07-4F7A-987D-329A0D8B1DDB}" type="presParOf" srcId="{66C85067-CE4E-41C5-BA8C-2CBBA4380412}" destId="{BD46EC31-8DF5-4BDC-A703-8444DF1F9165}" srcOrd="0" destOrd="0" presId="urn:microsoft.com/office/officeart/2005/8/layout/vList2"/>
    <dgm:cxn modelId="{8EC306F4-71E8-4B3C-A667-19ACCBFBB3C6}" type="presParOf" srcId="{66C85067-CE4E-41C5-BA8C-2CBBA4380412}" destId="{9A217B93-5FCA-4857-9061-BDB10D229E62}" srcOrd="1" destOrd="0" presId="urn:microsoft.com/office/officeart/2005/8/layout/vList2"/>
    <dgm:cxn modelId="{66FF420B-7414-4181-8FBE-C328C75DA366}" type="presParOf" srcId="{66C85067-CE4E-41C5-BA8C-2CBBA4380412}" destId="{92BE7DED-453A-4EE4-AA4A-651BB21078F8}" srcOrd="2" destOrd="0" presId="urn:microsoft.com/office/officeart/2005/8/layout/vList2"/>
    <dgm:cxn modelId="{12F361A0-E24D-43B1-9EB4-80028B434111}" type="presParOf" srcId="{66C85067-CE4E-41C5-BA8C-2CBBA4380412}" destId="{586A446E-0011-463A-AB66-19CEF427E663}" srcOrd="3" destOrd="0" presId="urn:microsoft.com/office/officeart/2005/8/layout/vList2"/>
    <dgm:cxn modelId="{F8B01F16-EEB8-4AEC-92AA-5E4ECF9AA418}" type="presParOf" srcId="{66C85067-CE4E-41C5-BA8C-2CBBA4380412}" destId="{A34BF3BD-6AAF-4ED0-BE2E-6BAB6E4C5D1B}" srcOrd="4" destOrd="0" presId="urn:microsoft.com/office/officeart/2005/8/layout/vList2"/>
    <dgm:cxn modelId="{264EF968-C75D-464E-9A7B-BB3551CB75A4}" type="presParOf" srcId="{66C85067-CE4E-41C5-BA8C-2CBBA4380412}" destId="{CC15D46F-56B5-4267-B75D-4F8413A8FBEA}" srcOrd="5" destOrd="0" presId="urn:microsoft.com/office/officeart/2005/8/layout/vList2"/>
    <dgm:cxn modelId="{C325C806-4F8D-4AB9-9DF0-244D8218C4BB}" type="presParOf" srcId="{66C85067-CE4E-41C5-BA8C-2CBBA4380412}" destId="{2D511833-0FFE-4B2F-9431-7868DFA2B08E}" srcOrd="6" destOrd="0" presId="urn:microsoft.com/office/officeart/2005/8/layout/vList2"/>
    <dgm:cxn modelId="{F8E8420D-1872-40A0-B1FC-BAA7B56A37D0}" type="presParOf" srcId="{66C85067-CE4E-41C5-BA8C-2CBBA4380412}" destId="{8BFDE793-370B-4C04-A22A-40BA33688E72}" srcOrd="7" destOrd="0" presId="urn:microsoft.com/office/officeart/2005/8/layout/vList2"/>
    <dgm:cxn modelId="{C0D2C332-990C-4E5C-9756-6EE27FCC26A3}" type="presParOf" srcId="{66C85067-CE4E-41C5-BA8C-2CBBA4380412}" destId="{A9E83E04-36FC-4CBD-A91F-93E63B8DAC08}" srcOrd="8" destOrd="0" presId="urn:microsoft.com/office/officeart/2005/8/layout/vList2"/>
    <dgm:cxn modelId="{B5ED42F8-955E-4B0E-9E22-13F18A4706D0}" type="presParOf" srcId="{66C85067-CE4E-41C5-BA8C-2CBBA4380412}" destId="{697475A6-2539-46E0-B27D-D98FB2751979}" srcOrd="9" destOrd="0" presId="urn:microsoft.com/office/officeart/2005/8/layout/vList2"/>
    <dgm:cxn modelId="{3B0D552D-915E-4D33-91F7-684941F60905}" type="presParOf" srcId="{66C85067-CE4E-41C5-BA8C-2CBBA4380412}" destId="{E37B1AF1-5456-4B4F-8268-E11350006A9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5415C-885B-4423-AFF2-ECDE0CBE0518}">
      <dsp:nvSpPr>
        <dsp:cNvPr id="0" name=""/>
        <dsp:cNvSpPr/>
      </dsp:nvSpPr>
      <dsp:spPr>
        <a:xfrm>
          <a:off x="195457" y="231293"/>
          <a:ext cx="8727686" cy="51101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➢</a:t>
          </a:r>
          <a:r>
            <a:rPr lang="en-US" sz="2800" kern="1200" dirty="0"/>
            <a:t>The digital world produces massive amounts of data every day.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➢</a:t>
          </a:r>
          <a:r>
            <a:rPr lang="en-US" sz="2800" kern="1200" dirty="0"/>
            <a:t>Efficient data transport and storage are crucial in modern communication systems.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➢</a:t>
          </a:r>
          <a:r>
            <a:rPr lang="en-US" sz="2800" kern="1200" dirty="0"/>
            <a:t>Lossless Data Compression reduces the number of bits needed to represent data without losing any information.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➢</a:t>
          </a:r>
          <a:r>
            <a:rPr lang="en-US" sz="2800" kern="1200" dirty="0"/>
            <a:t>Arithmetic coding is a popular technique in this field.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➢</a:t>
          </a:r>
          <a:r>
            <a:rPr lang="en-US" sz="2800" kern="1200" dirty="0"/>
            <a:t>Recent advances in Deep Learning, particularly Recurrent Neural Networks (RNNs), offer potential improvements in compression performance.</a:t>
          </a:r>
        </a:p>
      </dsp:txBody>
      <dsp:txXfrm>
        <a:off x="195457" y="231293"/>
        <a:ext cx="8727686" cy="51101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5D2306-E419-4BEB-9100-6862100B0FC8}">
      <dsp:nvSpPr>
        <dsp:cNvPr id="0" name=""/>
        <dsp:cNvSpPr/>
      </dsp:nvSpPr>
      <dsp:spPr>
        <a:xfrm>
          <a:off x="0" y="3"/>
          <a:ext cx="9224681" cy="114789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A28CD0-A546-4D51-B74F-770BF134A971}">
      <dsp:nvSpPr>
        <dsp:cNvPr id="0" name=""/>
        <dsp:cNvSpPr/>
      </dsp:nvSpPr>
      <dsp:spPr>
        <a:xfrm>
          <a:off x="347237" y="260541"/>
          <a:ext cx="631341" cy="6313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C43EB7-B962-4357-A5A7-9D89A44195E4}">
      <dsp:nvSpPr>
        <dsp:cNvPr id="0" name=""/>
        <dsp:cNvSpPr/>
      </dsp:nvSpPr>
      <dsp:spPr>
        <a:xfrm>
          <a:off x="1325817" y="2264"/>
          <a:ext cx="7898863" cy="1147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85" tIns="121485" rIns="121485" bIns="12148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Traditional compression techniques (e.g., Shannon Fano) do not fully capture the structure of input text data.</a:t>
          </a:r>
          <a:endParaRPr lang="en-US" sz="2200" kern="1200" dirty="0"/>
        </a:p>
      </dsp:txBody>
      <dsp:txXfrm>
        <a:off x="1325817" y="2264"/>
        <a:ext cx="7898863" cy="1147894"/>
      </dsp:txXfrm>
    </dsp:sp>
    <dsp:sp modelId="{DE1680E5-5088-430A-B94A-1A3B63083A81}">
      <dsp:nvSpPr>
        <dsp:cNvPr id="0" name=""/>
        <dsp:cNvSpPr/>
      </dsp:nvSpPr>
      <dsp:spPr>
        <a:xfrm>
          <a:off x="0" y="1437132"/>
          <a:ext cx="9224681" cy="114789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0C448C-D7A9-4828-8C20-3C6035FFAD4D}">
      <dsp:nvSpPr>
        <dsp:cNvPr id="0" name=""/>
        <dsp:cNvSpPr/>
      </dsp:nvSpPr>
      <dsp:spPr>
        <a:xfrm>
          <a:off x="347237" y="1695408"/>
          <a:ext cx="631341" cy="6313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4EF97-B71B-4F53-944A-A299B4BF6290}">
      <dsp:nvSpPr>
        <dsp:cNvPr id="0" name=""/>
        <dsp:cNvSpPr/>
      </dsp:nvSpPr>
      <dsp:spPr>
        <a:xfrm>
          <a:off x="1325817" y="1437132"/>
          <a:ext cx="7898863" cy="1147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85" tIns="121485" rIns="121485" bIns="12148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They primarily rely on statistical properties and ignore long-range dependencies.</a:t>
          </a:r>
          <a:endParaRPr lang="en-US" sz="2200" kern="1200"/>
        </a:p>
      </dsp:txBody>
      <dsp:txXfrm>
        <a:off x="1325817" y="1437132"/>
        <a:ext cx="7898863" cy="1147894"/>
      </dsp:txXfrm>
    </dsp:sp>
    <dsp:sp modelId="{307EB65F-40BF-4997-A6B3-F39B68E529AF}">
      <dsp:nvSpPr>
        <dsp:cNvPr id="0" name=""/>
        <dsp:cNvSpPr/>
      </dsp:nvSpPr>
      <dsp:spPr>
        <a:xfrm>
          <a:off x="0" y="2872000"/>
          <a:ext cx="9224681" cy="114789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BFF2C-2395-4198-88AF-44AE65C3D6AF}">
      <dsp:nvSpPr>
        <dsp:cNvPr id="0" name=""/>
        <dsp:cNvSpPr/>
      </dsp:nvSpPr>
      <dsp:spPr>
        <a:xfrm>
          <a:off x="347237" y="3130276"/>
          <a:ext cx="631341" cy="6313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3EE10-B341-4180-B824-48A4D78BF1B3}">
      <dsp:nvSpPr>
        <dsp:cNvPr id="0" name=""/>
        <dsp:cNvSpPr/>
      </dsp:nvSpPr>
      <dsp:spPr>
        <a:xfrm>
          <a:off x="1325817" y="2872000"/>
          <a:ext cx="7898863" cy="1147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85" tIns="121485" rIns="121485" bIns="12148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This leads to sub-optimal compression performance, especially on complex structured text data.</a:t>
          </a:r>
          <a:endParaRPr lang="en-US" sz="2200" kern="1200"/>
        </a:p>
      </dsp:txBody>
      <dsp:txXfrm>
        <a:off x="1325817" y="2872000"/>
        <a:ext cx="7898863" cy="1147894"/>
      </dsp:txXfrm>
    </dsp:sp>
    <dsp:sp modelId="{8752BE9F-A6F4-4009-BAD2-92F40709C450}">
      <dsp:nvSpPr>
        <dsp:cNvPr id="0" name=""/>
        <dsp:cNvSpPr/>
      </dsp:nvSpPr>
      <dsp:spPr>
        <a:xfrm>
          <a:off x="0" y="4306867"/>
          <a:ext cx="9224681" cy="114789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750C3-8672-4964-94C8-13ABBD6C8610}">
      <dsp:nvSpPr>
        <dsp:cNvPr id="0" name=""/>
        <dsp:cNvSpPr/>
      </dsp:nvSpPr>
      <dsp:spPr>
        <a:xfrm>
          <a:off x="347237" y="4565144"/>
          <a:ext cx="631341" cy="6313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C732C8-0D60-4344-970F-4EBAE79411CC}">
      <dsp:nvSpPr>
        <dsp:cNvPr id="0" name=""/>
        <dsp:cNvSpPr/>
      </dsp:nvSpPr>
      <dsp:spPr>
        <a:xfrm>
          <a:off x="1325817" y="4306867"/>
          <a:ext cx="7898863" cy="1147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85" tIns="121485" rIns="121485" bIns="12148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The challenge: How to improve compression ratios while maintaining losslessness and ensuring adaptability to diverse datasets.</a:t>
          </a:r>
          <a:endParaRPr lang="en-US" sz="2200" kern="1200"/>
        </a:p>
      </dsp:txBody>
      <dsp:txXfrm>
        <a:off x="1325817" y="4306867"/>
        <a:ext cx="7898863" cy="11478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CA4DE3-184C-41EA-B48F-1A869F2453A2}">
      <dsp:nvSpPr>
        <dsp:cNvPr id="0" name=""/>
        <dsp:cNvSpPr/>
      </dsp:nvSpPr>
      <dsp:spPr>
        <a:xfrm>
          <a:off x="0" y="360309"/>
          <a:ext cx="2854642" cy="18126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EE7E44-686E-44AD-8A21-F786F9A6E653}">
      <dsp:nvSpPr>
        <dsp:cNvPr id="0" name=""/>
        <dsp:cNvSpPr/>
      </dsp:nvSpPr>
      <dsp:spPr>
        <a:xfrm>
          <a:off x="317182" y="661632"/>
          <a:ext cx="2854642" cy="18126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Simple and Easy to Implement</a:t>
          </a:r>
          <a:endParaRPr lang="en-IN" sz="3000" kern="1200" dirty="0"/>
        </a:p>
      </dsp:txBody>
      <dsp:txXfrm>
        <a:off x="370274" y="714724"/>
        <a:ext cx="2748458" cy="1706513"/>
      </dsp:txXfrm>
    </dsp:sp>
    <dsp:sp modelId="{D02DC66E-487C-4433-900E-E30FCBC5D8D6}">
      <dsp:nvSpPr>
        <dsp:cNvPr id="0" name=""/>
        <dsp:cNvSpPr/>
      </dsp:nvSpPr>
      <dsp:spPr>
        <a:xfrm>
          <a:off x="3489007" y="360309"/>
          <a:ext cx="2854642" cy="18126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61D1F9-6F6B-4AF0-AC39-90831C7DEBFD}">
      <dsp:nvSpPr>
        <dsp:cNvPr id="0" name=""/>
        <dsp:cNvSpPr/>
      </dsp:nvSpPr>
      <dsp:spPr>
        <a:xfrm>
          <a:off x="3806190" y="661632"/>
          <a:ext cx="2854642" cy="18126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Always Produces Lossless Output</a:t>
          </a:r>
        </a:p>
      </dsp:txBody>
      <dsp:txXfrm>
        <a:off x="3859282" y="714724"/>
        <a:ext cx="2748458" cy="1706513"/>
      </dsp:txXfrm>
    </dsp:sp>
    <dsp:sp modelId="{CA247E67-695A-4E8C-94B2-6BF9BE2C2085}">
      <dsp:nvSpPr>
        <dsp:cNvPr id="0" name=""/>
        <dsp:cNvSpPr/>
      </dsp:nvSpPr>
      <dsp:spPr>
        <a:xfrm>
          <a:off x="6978015" y="360309"/>
          <a:ext cx="2854642" cy="18126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B700C1-8399-41E4-952D-5692AE31DE7C}">
      <dsp:nvSpPr>
        <dsp:cNvPr id="0" name=""/>
        <dsp:cNvSpPr/>
      </dsp:nvSpPr>
      <dsp:spPr>
        <a:xfrm>
          <a:off x="7295197" y="661632"/>
          <a:ext cx="2854642" cy="18126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Good for Simple or Small Data</a:t>
          </a:r>
          <a:endParaRPr lang="en-IN" sz="3000" kern="1200" dirty="0"/>
        </a:p>
      </dsp:txBody>
      <dsp:txXfrm>
        <a:off x="7348289" y="714724"/>
        <a:ext cx="2748458" cy="17065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02DA95-F026-4F51-8C13-B2EF8AFA7016}">
      <dsp:nvSpPr>
        <dsp:cNvPr id="0" name=""/>
        <dsp:cNvSpPr/>
      </dsp:nvSpPr>
      <dsp:spPr>
        <a:xfrm>
          <a:off x="0" y="360309"/>
          <a:ext cx="2854642" cy="18126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22EA4A-A4DB-4FF7-9D62-8BA1B80F72EC}">
      <dsp:nvSpPr>
        <dsp:cNvPr id="0" name=""/>
        <dsp:cNvSpPr/>
      </dsp:nvSpPr>
      <dsp:spPr>
        <a:xfrm>
          <a:off x="317182" y="661632"/>
          <a:ext cx="2854642" cy="18126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No context awareness</a:t>
          </a:r>
        </a:p>
      </dsp:txBody>
      <dsp:txXfrm>
        <a:off x="370274" y="714724"/>
        <a:ext cx="2748458" cy="1706513"/>
      </dsp:txXfrm>
    </dsp:sp>
    <dsp:sp modelId="{7A61E4AF-0E83-4580-899D-D67D7DB564CA}">
      <dsp:nvSpPr>
        <dsp:cNvPr id="0" name=""/>
        <dsp:cNvSpPr/>
      </dsp:nvSpPr>
      <dsp:spPr>
        <a:xfrm>
          <a:off x="3489007" y="360309"/>
          <a:ext cx="2854642" cy="18126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B825E0-0915-4B80-960A-AE284CCA0673}">
      <dsp:nvSpPr>
        <dsp:cNvPr id="0" name=""/>
        <dsp:cNvSpPr/>
      </dsp:nvSpPr>
      <dsp:spPr>
        <a:xfrm>
          <a:off x="3806190" y="661632"/>
          <a:ext cx="2854642" cy="18126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Performs poorly on complex or patterned data</a:t>
          </a:r>
          <a:endParaRPr lang="en-IN" sz="3000" kern="1200" dirty="0"/>
        </a:p>
      </dsp:txBody>
      <dsp:txXfrm>
        <a:off x="3859282" y="714724"/>
        <a:ext cx="2748458" cy="1706513"/>
      </dsp:txXfrm>
    </dsp:sp>
    <dsp:sp modelId="{346F512A-813C-49E5-9EFE-026FB49CFEDD}">
      <dsp:nvSpPr>
        <dsp:cNvPr id="0" name=""/>
        <dsp:cNvSpPr/>
      </dsp:nvSpPr>
      <dsp:spPr>
        <a:xfrm>
          <a:off x="6978015" y="360309"/>
          <a:ext cx="2854642" cy="18126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EDD1F4-9F7E-4E32-858B-91E4386528A4}">
      <dsp:nvSpPr>
        <dsp:cNvPr id="0" name=""/>
        <dsp:cNvSpPr/>
      </dsp:nvSpPr>
      <dsp:spPr>
        <a:xfrm>
          <a:off x="7295197" y="661632"/>
          <a:ext cx="2854642" cy="18126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Compression efficiency is limited</a:t>
          </a:r>
        </a:p>
      </dsp:txBody>
      <dsp:txXfrm>
        <a:off x="7348289" y="714724"/>
        <a:ext cx="2748458" cy="17065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EAD7A-F5B4-4642-A4CF-A3CAB30C84C1}">
      <dsp:nvSpPr>
        <dsp:cNvPr id="0" name=""/>
        <dsp:cNvSpPr/>
      </dsp:nvSpPr>
      <dsp:spPr>
        <a:xfrm>
          <a:off x="0" y="347552"/>
          <a:ext cx="9108500" cy="6063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C68E38-0190-467A-A7CA-22BB906C9661}">
      <dsp:nvSpPr>
        <dsp:cNvPr id="0" name=""/>
        <dsp:cNvSpPr/>
      </dsp:nvSpPr>
      <dsp:spPr>
        <a:xfrm>
          <a:off x="455425" y="170762"/>
          <a:ext cx="6375950" cy="66387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996" tIns="0" rIns="24099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Algorithm Overview:</a:t>
          </a:r>
          <a:endParaRPr lang="en-US" sz="2400" kern="1200" dirty="0"/>
        </a:p>
      </dsp:txBody>
      <dsp:txXfrm>
        <a:off x="487832" y="203169"/>
        <a:ext cx="6311136" cy="599056"/>
      </dsp:txXfrm>
    </dsp:sp>
    <dsp:sp modelId="{D142EDCD-646E-4371-86E3-F3AFFF87AE44}">
      <dsp:nvSpPr>
        <dsp:cNvPr id="0" name=""/>
        <dsp:cNvSpPr/>
      </dsp:nvSpPr>
      <dsp:spPr>
        <a:xfrm>
          <a:off x="0" y="1619226"/>
          <a:ext cx="91085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3705B2-E91A-4B49-AEC1-ED6236C9EFDF}">
      <dsp:nvSpPr>
        <dsp:cNvPr id="0" name=""/>
        <dsp:cNvSpPr/>
      </dsp:nvSpPr>
      <dsp:spPr>
        <a:xfrm>
          <a:off x="455425" y="1132146"/>
          <a:ext cx="6375950" cy="9741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996" tIns="0" rIns="24099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Combines </a:t>
          </a:r>
          <a:r>
            <a:rPr lang="en-IN" sz="2000" b="1" kern="1200" dirty="0"/>
            <a:t>Recurrent Neural Networks (RNNs)</a:t>
          </a:r>
          <a:r>
            <a:rPr lang="en-IN" sz="2000" kern="1200" dirty="0"/>
            <a:t> and </a:t>
          </a:r>
          <a:r>
            <a:rPr lang="en-IN" sz="2000" b="1" kern="1200" dirty="0"/>
            <a:t>Arithmetic Coding</a:t>
          </a:r>
          <a:r>
            <a:rPr lang="en-IN" sz="2000" kern="1200" dirty="0"/>
            <a:t>.</a:t>
          </a:r>
          <a:endParaRPr lang="en-US" sz="2000" kern="1200" dirty="0"/>
        </a:p>
      </dsp:txBody>
      <dsp:txXfrm>
        <a:off x="502980" y="1179701"/>
        <a:ext cx="6280840" cy="879050"/>
      </dsp:txXfrm>
    </dsp:sp>
    <dsp:sp modelId="{67AEFAB4-CC06-4B75-9ED7-FDC19BB8B0B2}">
      <dsp:nvSpPr>
        <dsp:cNvPr id="0" name=""/>
        <dsp:cNvSpPr/>
      </dsp:nvSpPr>
      <dsp:spPr>
        <a:xfrm>
          <a:off x="0" y="3116106"/>
          <a:ext cx="9108500" cy="353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921" tIns="687324" rIns="706921" bIns="234696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/>
            <a:t>Encoder predicts the probability of the next symbol in the sequence using RNN.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/>
            <a:t>Arithmetic coder encodes symbols based on RNN-predicted probabilities.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/>
            <a:t>Decoder reconstructs original data exactly from compressed data.</a:t>
          </a:r>
          <a:endParaRPr lang="en-US" sz="3300" kern="1200"/>
        </a:p>
      </dsp:txBody>
      <dsp:txXfrm>
        <a:off x="0" y="3116106"/>
        <a:ext cx="9108500" cy="3534300"/>
      </dsp:txXfrm>
    </dsp:sp>
    <dsp:sp modelId="{8F6D6093-56DE-41F6-86B6-CCC2070BC052}">
      <dsp:nvSpPr>
        <dsp:cNvPr id="0" name=""/>
        <dsp:cNvSpPr/>
      </dsp:nvSpPr>
      <dsp:spPr>
        <a:xfrm>
          <a:off x="455425" y="2629026"/>
          <a:ext cx="6375950" cy="9741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996" tIns="0" rIns="240996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Implements an </a:t>
          </a:r>
          <a:r>
            <a:rPr lang="en-IN" sz="3300" b="1" kern="1200"/>
            <a:t>Encoder-Decoder Architecture</a:t>
          </a:r>
          <a:r>
            <a:rPr lang="en-IN" sz="3300" kern="1200"/>
            <a:t>:</a:t>
          </a:r>
          <a:endParaRPr lang="en-US" sz="3300" kern="1200"/>
        </a:p>
      </dsp:txBody>
      <dsp:txXfrm>
        <a:off x="502980" y="2676581"/>
        <a:ext cx="6280840" cy="8790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67EE8-FD5F-4DDD-8A5C-C5B37D9A32AB}">
      <dsp:nvSpPr>
        <dsp:cNvPr id="0" name=""/>
        <dsp:cNvSpPr/>
      </dsp:nvSpPr>
      <dsp:spPr>
        <a:xfrm>
          <a:off x="48101" y="129"/>
          <a:ext cx="3929651" cy="235779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Learns complex patterns and long-range dependencies in data.</a:t>
          </a:r>
          <a:endParaRPr lang="en-US" sz="3200" kern="1200"/>
        </a:p>
      </dsp:txBody>
      <dsp:txXfrm>
        <a:off x="48101" y="129"/>
        <a:ext cx="3929651" cy="2357791"/>
      </dsp:txXfrm>
    </dsp:sp>
    <dsp:sp modelId="{A35D8D0D-6729-425A-8872-72FD5CD8E7DC}">
      <dsp:nvSpPr>
        <dsp:cNvPr id="0" name=""/>
        <dsp:cNvSpPr/>
      </dsp:nvSpPr>
      <dsp:spPr>
        <a:xfrm>
          <a:off x="4370718" y="129"/>
          <a:ext cx="3929651" cy="235779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Dynamically adapts to different types of text data.</a:t>
          </a:r>
          <a:endParaRPr lang="en-US" sz="3200" kern="1200"/>
        </a:p>
      </dsp:txBody>
      <dsp:txXfrm>
        <a:off x="4370718" y="129"/>
        <a:ext cx="3929651" cy="2357791"/>
      </dsp:txXfrm>
    </dsp:sp>
    <dsp:sp modelId="{484064F2-7D2F-4D49-91D9-FD4280CE9DFC}">
      <dsp:nvSpPr>
        <dsp:cNvPr id="0" name=""/>
        <dsp:cNvSpPr/>
      </dsp:nvSpPr>
      <dsp:spPr>
        <a:xfrm>
          <a:off x="48101" y="2750886"/>
          <a:ext cx="3929651" cy="235779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Achieves an average compression ratio of </a:t>
          </a:r>
          <a:r>
            <a:rPr lang="en-US" sz="3200" b="1" i="0" kern="1200" baseline="0"/>
            <a:t>1.78:1</a:t>
          </a:r>
          <a:r>
            <a:rPr lang="en-US" sz="3200" b="0" i="0" kern="1200" baseline="0"/>
            <a:t> (~3.5x smaller files than traditional methods).</a:t>
          </a:r>
          <a:endParaRPr lang="en-US" sz="3200" kern="1200"/>
        </a:p>
      </dsp:txBody>
      <dsp:txXfrm>
        <a:off x="48101" y="2750886"/>
        <a:ext cx="3929651" cy="2357791"/>
      </dsp:txXfrm>
    </dsp:sp>
    <dsp:sp modelId="{4EE98C3A-FFC2-4CF7-B38D-A812ED633893}">
      <dsp:nvSpPr>
        <dsp:cNvPr id="0" name=""/>
        <dsp:cNvSpPr/>
      </dsp:nvSpPr>
      <dsp:spPr>
        <a:xfrm>
          <a:off x="4370718" y="2750886"/>
          <a:ext cx="3929651" cy="235779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Lossless by design: Reconstructed data is identical to the original.</a:t>
          </a:r>
          <a:endParaRPr lang="en-US" sz="3200" kern="1200"/>
        </a:p>
      </dsp:txBody>
      <dsp:txXfrm>
        <a:off x="4370718" y="2750886"/>
        <a:ext cx="3929651" cy="23577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AEA98-9684-49BD-AE08-235AF0990F2C}">
      <dsp:nvSpPr>
        <dsp:cNvPr id="0" name=""/>
        <dsp:cNvSpPr/>
      </dsp:nvSpPr>
      <dsp:spPr>
        <a:xfrm>
          <a:off x="0" y="1145604"/>
          <a:ext cx="3504639" cy="21027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Data Preprocessing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Tokenize and vectorize input text into numeric sequences.</a:t>
          </a:r>
          <a:endParaRPr lang="en-US" sz="2000" kern="1200"/>
        </a:p>
      </dsp:txBody>
      <dsp:txXfrm>
        <a:off x="0" y="1145604"/>
        <a:ext cx="3504639" cy="2102784"/>
      </dsp:txXfrm>
    </dsp:sp>
    <dsp:sp modelId="{CB7B261B-483A-479D-ABE9-8A6EF7CABC92}">
      <dsp:nvSpPr>
        <dsp:cNvPr id="0" name=""/>
        <dsp:cNvSpPr/>
      </dsp:nvSpPr>
      <dsp:spPr>
        <a:xfrm>
          <a:off x="3855104" y="1145604"/>
          <a:ext cx="3504639" cy="21027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RNN Model</a:t>
          </a:r>
          <a:endParaRPr lang="en-US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Bidirectional GRU predicts next symbol probabilities given past and future context.</a:t>
          </a:r>
          <a:endParaRPr lang="en-US" sz="2000" kern="1200"/>
        </a:p>
      </dsp:txBody>
      <dsp:txXfrm>
        <a:off x="3855104" y="1145604"/>
        <a:ext cx="3504639" cy="2102784"/>
      </dsp:txXfrm>
    </dsp:sp>
    <dsp:sp modelId="{22E7B504-C2E0-4535-8F46-85DCE77CDAA0}">
      <dsp:nvSpPr>
        <dsp:cNvPr id="0" name=""/>
        <dsp:cNvSpPr/>
      </dsp:nvSpPr>
      <dsp:spPr>
        <a:xfrm>
          <a:off x="7710208" y="1145604"/>
          <a:ext cx="3504639" cy="21027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Arithmetic Coding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Uses cumulative probability distribution to encode symbols into a fractional integer.</a:t>
          </a:r>
          <a:endParaRPr lang="en-US" sz="2000" kern="1200"/>
        </a:p>
      </dsp:txBody>
      <dsp:txXfrm>
        <a:off x="7710208" y="1145604"/>
        <a:ext cx="3504639" cy="2102784"/>
      </dsp:txXfrm>
    </dsp:sp>
    <dsp:sp modelId="{3E98A1E8-DD3B-4B08-97F7-DFE4F030FB8E}">
      <dsp:nvSpPr>
        <dsp:cNvPr id="0" name=""/>
        <dsp:cNvSpPr/>
      </dsp:nvSpPr>
      <dsp:spPr>
        <a:xfrm>
          <a:off x="1927552" y="3598853"/>
          <a:ext cx="3504639" cy="21027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Encoding Process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Sequence of input bytes → RNN predicts probabilities → Cumulative table → Arithmetic Encoder compresses data.</a:t>
          </a:r>
          <a:endParaRPr lang="en-US" sz="2000" kern="1200"/>
        </a:p>
      </dsp:txBody>
      <dsp:txXfrm>
        <a:off x="1927552" y="3598853"/>
        <a:ext cx="3504639" cy="2102784"/>
      </dsp:txXfrm>
    </dsp:sp>
    <dsp:sp modelId="{A8EE967F-5B3C-4703-B8CF-E7984E1C0E88}">
      <dsp:nvSpPr>
        <dsp:cNvPr id="0" name=""/>
        <dsp:cNvSpPr/>
      </dsp:nvSpPr>
      <dsp:spPr>
        <a:xfrm>
          <a:off x="5782656" y="3598853"/>
          <a:ext cx="3504639" cy="21027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Decoding Process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Compressed file read → RNN predicts probabilities → Cumulative table → Arithmetic Decoder reconstructs data.</a:t>
          </a:r>
          <a:endParaRPr lang="en-US" sz="2000" kern="1200"/>
        </a:p>
      </dsp:txBody>
      <dsp:txXfrm>
        <a:off x="5782656" y="3598853"/>
        <a:ext cx="3504639" cy="21027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6EC31-8DF5-4BDC-A703-8444DF1F9165}">
      <dsp:nvSpPr>
        <dsp:cNvPr id="0" name=""/>
        <dsp:cNvSpPr/>
      </dsp:nvSpPr>
      <dsp:spPr>
        <a:xfrm>
          <a:off x="0" y="31870"/>
          <a:ext cx="8148918" cy="9991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RNN + Arithmetic Coding improves lossless text compression.</a:t>
          </a:r>
          <a:endParaRPr lang="en-US" sz="2800" kern="1200"/>
        </a:p>
      </dsp:txBody>
      <dsp:txXfrm>
        <a:off x="48776" y="80646"/>
        <a:ext cx="8051366" cy="901628"/>
      </dsp:txXfrm>
    </dsp:sp>
    <dsp:sp modelId="{92BE7DED-453A-4EE4-AA4A-651BB21078F8}">
      <dsp:nvSpPr>
        <dsp:cNvPr id="0" name=""/>
        <dsp:cNvSpPr/>
      </dsp:nvSpPr>
      <dsp:spPr>
        <a:xfrm>
          <a:off x="0" y="1111690"/>
          <a:ext cx="8148918" cy="9991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Learns symbol dependencies and sequential patterns.</a:t>
          </a:r>
          <a:endParaRPr lang="en-US" sz="2800" kern="1200"/>
        </a:p>
      </dsp:txBody>
      <dsp:txXfrm>
        <a:off x="48776" y="1160466"/>
        <a:ext cx="8051366" cy="901628"/>
      </dsp:txXfrm>
    </dsp:sp>
    <dsp:sp modelId="{A34BF3BD-6AAF-4ED0-BE2E-6BAB6E4C5D1B}">
      <dsp:nvSpPr>
        <dsp:cNvPr id="0" name=""/>
        <dsp:cNvSpPr/>
      </dsp:nvSpPr>
      <dsp:spPr>
        <a:xfrm>
          <a:off x="0" y="2191510"/>
          <a:ext cx="8148918" cy="9991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Achieves higher compression ratios than </a:t>
          </a:r>
          <a:r>
            <a:rPr kumimoji="0" lang="en-US" altLang="en-US" sz="2800" b="1" i="0" u="none" strike="noStrike" kern="1200" cap="none" normalizeH="0" baseline="0" dirty="0">
              <a:ln>
                <a:noFill/>
              </a:ln>
              <a:effectLst/>
            </a:rPr>
            <a:t>Shannon Fano</a:t>
          </a:r>
          <a:r>
            <a:rPr lang="en-US" sz="2800" b="0" i="0" kern="1200" baseline="0" dirty="0"/>
            <a:t>.</a:t>
          </a:r>
          <a:endParaRPr lang="en-US" sz="2800" kern="1200" dirty="0"/>
        </a:p>
      </dsp:txBody>
      <dsp:txXfrm>
        <a:off x="48776" y="2240286"/>
        <a:ext cx="8051366" cy="901628"/>
      </dsp:txXfrm>
    </dsp:sp>
    <dsp:sp modelId="{2D511833-0FFE-4B2F-9431-7868DFA2B08E}">
      <dsp:nvSpPr>
        <dsp:cNvPr id="0" name=""/>
        <dsp:cNvSpPr/>
      </dsp:nvSpPr>
      <dsp:spPr>
        <a:xfrm>
          <a:off x="0" y="3271330"/>
          <a:ext cx="8148918" cy="9991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Ensures perfect reconstruction of original data (lossless).</a:t>
          </a:r>
          <a:endParaRPr lang="en-US" sz="2800" kern="1200"/>
        </a:p>
      </dsp:txBody>
      <dsp:txXfrm>
        <a:off x="48776" y="3320106"/>
        <a:ext cx="8051366" cy="901628"/>
      </dsp:txXfrm>
    </dsp:sp>
    <dsp:sp modelId="{A9E83E04-36FC-4CBD-A91F-93E63B8DAC08}">
      <dsp:nvSpPr>
        <dsp:cNvPr id="0" name=""/>
        <dsp:cNvSpPr/>
      </dsp:nvSpPr>
      <dsp:spPr>
        <a:xfrm>
          <a:off x="0" y="4351150"/>
          <a:ext cx="8148918" cy="9991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Compression is slower but reduces file size significantly.</a:t>
          </a:r>
          <a:endParaRPr lang="en-US" sz="2800" kern="1200"/>
        </a:p>
      </dsp:txBody>
      <dsp:txXfrm>
        <a:off x="48776" y="4399926"/>
        <a:ext cx="8051366" cy="901628"/>
      </dsp:txXfrm>
    </dsp:sp>
    <dsp:sp modelId="{E37B1AF1-5456-4B4F-8268-E11350006A9F}">
      <dsp:nvSpPr>
        <dsp:cNvPr id="0" name=""/>
        <dsp:cNvSpPr/>
      </dsp:nvSpPr>
      <dsp:spPr>
        <a:xfrm>
          <a:off x="0" y="5430970"/>
          <a:ext cx="8148918" cy="9991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Demonstrates potential for deep learning to enhance traditional compression methods.</a:t>
          </a:r>
          <a:endParaRPr lang="en-US" sz="2800" kern="1200"/>
        </a:p>
      </dsp:txBody>
      <dsp:txXfrm>
        <a:off x="48776" y="5479746"/>
        <a:ext cx="8051366" cy="901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73" r:id="rId10"/>
    <p:sldLayoutId id="2147483653" r:id="rId11"/>
    <p:sldLayoutId id="2147483663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5367528" cy="2103120"/>
          </a:xfrm>
        </p:spPr>
        <p:txBody>
          <a:bodyPr lIns="0" anchor="b" anchorCtr="0">
            <a:normAutofit/>
          </a:bodyPr>
          <a:lstStyle/>
          <a:p>
            <a:r>
              <a:rPr lang="en-US" sz="3300" dirty="0"/>
              <a:t>Neural Network Based Lossless Text Compression Using RNN and Arithmetic Coding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>
            <a:normAutofit/>
          </a:bodyPr>
          <a:lstStyle/>
          <a:p>
            <a:r>
              <a:rPr lang="en-US"/>
              <a:t>Team Members,</a:t>
            </a:r>
          </a:p>
          <a:p>
            <a:r>
              <a:rPr lang="en-US"/>
              <a:t>     PRAVEENA.S (22MID0106) </a:t>
            </a:r>
          </a:p>
          <a:p>
            <a:r>
              <a:rPr lang="en-US"/>
              <a:t>     PRARTHANA.S (22MID0118)</a:t>
            </a:r>
          </a:p>
          <a:p>
            <a:r>
              <a:rPr lang="en-US"/>
              <a:t>     BOOMIKA.S (22MID0126)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Placeholder 7" descr="A person typing on a keyboard&#10;&#10;AI-generated content may be incorrect.">
            <a:extLst>
              <a:ext uri="{FF2B5EF4-FFF2-40B4-BE49-F238E27FC236}">
                <a16:creationId xmlns:a16="http://schemas.microsoft.com/office/drawing/2014/main" id="{B85394B4-E131-F19F-A923-3D911E636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5233" y="2134084"/>
            <a:ext cx="5367528" cy="2589832"/>
          </a:xfrm>
          <a:noFill/>
        </p:spPr>
      </p:pic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4230C295-67CD-6C5F-73DB-6F967103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" y="142240"/>
            <a:ext cx="4338320" cy="711200"/>
          </a:xfrm>
        </p:spPr>
        <p:txBody>
          <a:bodyPr anchor="t" anchorCtr="0">
            <a:normAutofit/>
          </a:bodyPr>
          <a:lstStyle/>
          <a:p>
            <a:r>
              <a:rPr lang="en-IN" dirty="0"/>
              <a:t>Introduction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2</a:t>
            </a:fld>
            <a:endParaRPr lang="en-US" altLang="zh-CN" noProof="0"/>
          </a:p>
        </p:txBody>
      </p:sp>
      <p:graphicFrame>
        <p:nvGraphicFramePr>
          <p:cNvPr id="14" name="Text Placeholder 2">
            <a:extLst>
              <a:ext uri="{FF2B5EF4-FFF2-40B4-BE49-F238E27FC236}">
                <a16:creationId xmlns:a16="http://schemas.microsoft.com/office/drawing/2014/main" id="{CEE43C7C-C8A5-F59C-551E-ABBEA834EF61}"/>
              </a:ext>
            </a:extLst>
          </p:cNvPr>
          <p:cNvGraphicFramePr>
            <a:graphicFrameLocks noGrp="1"/>
          </p:cNvGraphicFramePr>
          <p:nvPr>
            <p:ph idx="30"/>
            <p:extLst>
              <p:ext uri="{D42A27DB-BD31-4B8C-83A1-F6EECF244321}">
                <p14:modId xmlns:p14="http://schemas.microsoft.com/office/powerpoint/2010/main" val="1420822346"/>
              </p:ext>
            </p:extLst>
          </p:nvPr>
        </p:nvGraphicFramePr>
        <p:xfrm>
          <a:off x="973666" y="853440"/>
          <a:ext cx="9118601" cy="5572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5309"/>
            <a:ext cx="4663440" cy="770709"/>
          </a:xfrm>
        </p:spPr>
        <p:txBody>
          <a:bodyPr anchor="t" anchorCtr="0">
            <a:normAutofit/>
          </a:bodyPr>
          <a:lstStyle/>
          <a:p>
            <a:r>
              <a:rPr lang="en-IN"/>
              <a:t>Problem Statement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9E57DC2-970A-4B3E-BB1C-7A09969E49D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2BD41F9F-4B4F-661D-145A-0FBB7B158F29}"/>
              </a:ext>
            </a:extLst>
          </p:cNvPr>
          <p:cNvGraphicFramePr>
            <a:graphicFrameLocks noGrp="1"/>
          </p:cNvGraphicFramePr>
          <p:nvPr>
            <p:ph idx="30"/>
            <p:extLst>
              <p:ext uri="{D42A27DB-BD31-4B8C-83A1-F6EECF244321}">
                <p14:modId xmlns:p14="http://schemas.microsoft.com/office/powerpoint/2010/main" val="4218190294"/>
              </p:ext>
            </p:extLst>
          </p:nvPr>
        </p:nvGraphicFramePr>
        <p:xfrm>
          <a:off x="900953" y="1126017"/>
          <a:ext cx="9224681" cy="5457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36" y="2076225"/>
            <a:ext cx="3765177" cy="2103120"/>
          </a:xfrm>
        </p:spPr>
        <p:txBody>
          <a:bodyPr lIns="0" anchor="b" anchorCtr="0">
            <a:normAutofit fontScale="90000"/>
          </a:bodyPr>
          <a:lstStyle/>
          <a:p>
            <a:br>
              <a:rPr lang="en-IN" dirty="0"/>
            </a:br>
            <a:r>
              <a:rPr lang="en-IN" sz="4900" dirty="0">
                <a:solidFill>
                  <a:srgbClr val="C95B3A"/>
                </a:solidFill>
              </a:rPr>
              <a:t>Existing Algorithms / Systems</a:t>
            </a:r>
            <a:endParaRPr lang="en-US" dirty="0">
              <a:solidFill>
                <a:srgbClr val="C95B3A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5C584C9-67E6-E807-DC3C-2C3030DEA1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49271" y="274955"/>
            <a:ext cx="7570693" cy="630809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4000" b="1" i="0" u="sng" strike="noStrike" cap="none" normalizeH="0" baseline="0" dirty="0">
                <a:ln>
                  <a:noFill/>
                </a:ln>
                <a:effectLst/>
              </a:rPr>
              <a:t>Shannon Fano Coding</a:t>
            </a:r>
            <a:endParaRPr kumimoji="0" lang="en-US" altLang="en-US" sz="4000" b="0" i="0" u="sng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3100" b="0" i="0" u="none" strike="noStrike" cap="none" normalizeH="0" baseline="0" dirty="0">
                <a:ln>
                  <a:noFill/>
                </a:ln>
                <a:effectLst/>
              </a:rPr>
              <a:t> 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6568105-B0FA-ADF8-1798-F08F7190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7301954-CBAE-C282-FC78-7A40F9834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79" y="1348140"/>
            <a:ext cx="702128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Sorts symbols by frequency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(most frequent to least frequent).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Splits symbols into two groups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with nearly equal total probability.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Assigns 0 to the left group and 1 to the right group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Repeats the splitting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until every symbol has a unique binary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Produces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prefix-free code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, where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frequent symbols get shorter codes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006052-20A6-ED5A-CB1C-6784E8180D64}"/>
              </a:ext>
            </a:extLst>
          </p:cNvPr>
          <p:cNvSpPr txBox="1"/>
          <p:nvPr/>
        </p:nvSpPr>
        <p:spPr>
          <a:xfrm>
            <a:off x="914400" y="731520"/>
            <a:ext cx="7671816" cy="210312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Advantages of Existing Systems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2E7D3B9-3CAE-C650-E8CF-EE1F3DBD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5</a:t>
            </a:fld>
            <a:endParaRPr lang="en-US" altLang="zh-CN"/>
          </a:p>
        </p:txBody>
      </p:sp>
      <p:graphicFrame>
        <p:nvGraphicFramePr>
          <p:cNvPr id="9" name="Text Placeholder 2">
            <a:extLst>
              <a:ext uri="{FF2B5EF4-FFF2-40B4-BE49-F238E27FC236}">
                <a16:creationId xmlns:a16="http://schemas.microsoft.com/office/drawing/2014/main" id="{5BE077EE-A156-60D2-AF6D-51EBCAFD609E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4053606530"/>
              </p:ext>
            </p:extLst>
          </p:nvPr>
        </p:nvGraphicFramePr>
        <p:xfrm>
          <a:off x="914400" y="3200400"/>
          <a:ext cx="10149840" cy="283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BEA6-9E35-97F2-88D6-9A54E5D8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89CF15C-86DD-D809-5CA5-F31FCAB51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/>
          <a:lstStyle/>
          <a:p>
            <a:r>
              <a:rPr lang="en-IN" dirty="0"/>
              <a:t>Disadvantages of Existing Systems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CFD3CE9-49D6-6976-05EB-EF17BDF5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6</a:t>
            </a:fld>
            <a:endParaRPr lang="en-US" altLang="zh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32811-FAB5-EFBE-7472-4476426AB365}"/>
              </a:ext>
            </a:extLst>
          </p:cNvPr>
          <p:cNvSpPr txBox="1"/>
          <p:nvPr/>
        </p:nvSpPr>
        <p:spPr>
          <a:xfrm>
            <a:off x="914400" y="731520"/>
            <a:ext cx="7671816" cy="210312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85D5AE10-A697-1768-8BB8-8988A31DD220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1442400320"/>
              </p:ext>
            </p:extLst>
          </p:nvPr>
        </p:nvGraphicFramePr>
        <p:xfrm>
          <a:off x="914400" y="3200400"/>
          <a:ext cx="10149840" cy="283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113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57DA-1CF0-0699-7A35-704B5AF3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314C850-64A4-D070-44BA-660C800AFC1B}"/>
              </a:ext>
            </a:extLst>
          </p:cNvPr>
          <p:cNvSpPr txBox="1"/>
          <p:nvPr/>
        </p:nvSpPr>
        <p:spPr>
          <a:xfrm>
            <a:off x="147917" y="134470"/>
            <a:ext cx="7476566" cy="77993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Proposed Algorithm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68A5447-47F4-17EB-85A5-8E79F2F5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7</a:t>
            </a:fld>
            <a:endParaRPr lang="en-US" altLang="zh-CN"/>
          </a:p>
        </p:txBody>
      </p:sp>
      <p:graphicFrame>
        <p:nvGraphicFramePr>
          <p:cNvPr id="19" name="Content Placeholder 7">
            <a:extLst>
              <a:ext uri="{FF2B5EF4-FFF2-40B4-BE49-F238E27FC236}">
                <a16:creationId xmlns:a16="http://schemas.microsoft.com/office/drawing/2014/main" id="{3B0C0425-5F31-C703-14AA-E7D818C33E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159383"/>
              </p:ext>
            </p:extLst>
          </p:nvPr>
        </p:nvGraphicFramePr>
        <p:xfrm>
          <a:off x="2085669" y="-238125"/>
          <a:ext cx="9108500" cy="6821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608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2" y="153297"/>
            <a:ext cx="10031507" cy="1737360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IN" sz="4400" dirty="0"/>
              <a:t>Proposed Algorithm Advantages</a:t>
            </a:r>
            <a:endParaRPr lang="en-US" sz="4400" b="1" kern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8</a:t>
            </a:fld>
            <a:endParaRPr lang="en-US" altLang="zh-CN" noProof="0"/>
          </a:p>
        </p:txBody>
      </p:sp>
      <p:graphicFrame>
        <p:nvGraphicFramePr>
          <p:cNvPr id="9" name="Rectangle 2">
            <a:extLst>
              <a:ext uri="{FF2B5EF4-FFF2-40B4-BE49-F238E27FC236}">
                <a16:creationId xmlns:a16="http://schemas.microsoft.com/office/drawing/2014/main" id="{EAE24146-CF82-122B-A86F-89933B8CF357}"/>
              </a:ext>
            </a:extLst>
          </p:cNvPr>
          <p:cNvGraphicFramePr>
            <a:graphicFrameLocks noGrp="1"/>
          </p:cNvGraphicFramePr>
          <p:nvPr>
            <p:ph idx="30"/>
            <p:extLst>
              <p:ext uri="{D42A27DB-BD31-4B8C-83A1-F6EECF244321}">
                <p14:modId xmlns:p14="http://schemas.microsoft.com/office/powerpoint/2010/main" val="3850598148"/>
              </p:ext>
            </p:extLst>
          </p:nvPr>
        </p:nvGraphicFramePr>
        <p:xfrm>
          <a:off x="1116106" y="1176349"/>
          <a:ext cx="8348472" cy="5108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136F3-573C-9D96-6A0E-D05E6C3D2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AE793-F51F-96B8-C958-40EF2E53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53" y="147916"/>
            <a:ext cx="4389120" cy="790687"/>
          </a:xfrm>
        </p:spPr>
        <p:txBody>
          <a:bodyPr anchor="b" anchorCtr="0">
            <a:normAutofit fontScale="90000"/>
          </a:bodyPr>
          <a:lstStyle/>
          <a:p>
            <a:r>
              <a:rPr lang="en-US" sz="5400" dirty="0"/>
              <a:t>Comparison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F8B14-BFAF-F9F7-E892-1A942924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9</a:t>
            </a:fld>
            <a:endParaRPr lang="en-US" altLang="zh-CN" noProof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A127D94-E3FF-98CD-ED59-8BA5DAA41E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2788598"/>
              </p:ext>
            </p:extLst>
          </p:nvPr>
        </p:nvGraphicFramePr>
        <p:xfrm>
          <a:off x="1949823" y="938603"/>
          <a:ext cx="9244346" cy="560530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3143692">
                  <a:extLst>
                    <a:ext uri="{9D8B030D-6E8A-4147-A177-3AD203B41FA5}">
                      <a16:colId xmlns:a16="http://schemas.microsoft.com/office/drawing/2014/main" val="2048541383"/>
                    </a:ext>
                  </a:extLst>
                </a:gridCol>
                <a:gridCol w="2943232">
                  <a:extLst>
                    <a:ext uri="{9D8B030D-6E8A-4147-A177-3AD203B41FA5}">
                      <a16:colId xmlns:a16="http://schemas.microsoft.com/office/drawing/2014/main" val="3630712572"/>
                    </a:ext>
                  </a:extLst>
                </a:gridCol>
                <a:gridCol w="3157422">
                  <a:extLst>
                    <a:ext uri="{9D8B030D-6E8A-4147-A177-3AD203B41FA5}">
                      <a16:colId xmlns:a16="http://schemas.microsoft.com/office/drawing/2014/main" val="2524726894"/>
                    </a:ext>
                  </a:extLst>
                </a:gridCol>
              </a:tblGrid>
              <a:tr h="1104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Feature</a:t>
                      </a:r>
                      <a:endParaRPr lang="en-IN" sz="2400" dirty="0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Existing System: </a:t>
                      </a:r>
                      <a:r>
                        <a:rPr lang="en-IN" sz="2400" dirty="0"/>
                        <a:t>Shannon–Fano Compression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Proposed System: </a:t>
                      </a:r>
                      <a:r>
                        <a:rPr lang="en-US" sz="2400" dirty="0"/>
                        <a:t>RNN + Arithmetic Coding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113797"/>
                  </a:ext>
                </a:extLst>
              </a:tr>
              <a:tr h="1104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 dirty="0">
                          <a:solidFill>
                            <a:schemeClr val="tx1"/>
                          </a:solidFill>
                        </a:rPr>
                        <a:t>Original File Size</a:t>
                      </a: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6254 bytes</a:t>
                      </a:r>
                      <a:endParaRPr lang="en-IN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6254 bytes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400034"/>
                  </a:ext>
                </a:extLst>
              </a:tr>
              <a:tr h="1104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Compressed Size</a:t>
                      </a:r>
                      <a:endParaRPr lang="en-IN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3563 bytes</a:t>
                      </a:r>
                      <a:endParaRPr lang="en-IN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900 bytes</a:t>
                      </a:r>
                      <a:endParaRPr lang="en-IN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855700"/>
                  </a:ext>
                </a:extLst>
              </a:tr>
              <a:tr h="1104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Compression Ratio</a:t>
                      </a:r>
                      <a:endParaRPr lang="en-IN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0.570×</a:t>
                      </a:r>
                      <a:r>
                        <a:rPr lang="en-IN" sz="2800" dirty="0"/>
                        <a:t> </a:t>
                      </a:r>
                      <a:br>
                        <a:rPr lang="en-IN" sz="2800" dirty="0"/>
                      </a:br>
                      <a:r>
                        <a:rPr lang="en-IN" sz="2800" dirty="0"/>
                        <a:t>(43% smaller)</a:t>
                      </a:r>
                      <a:endParaRPr lang="en-IN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IN" sz="2800" b="1" dirty="0"/>
                        <a:t>.144×</a:t>
                      </a:r>
                      <a:r>
                        <a:rPr lang="en-IN" sz="2800" dirty="0"/>
                        <a:t> </a:t>
                      </a:r>
                      <a:br>
                        <a:rPr lang="en-IN" sz="2800" dirty="0"/>
                      </a:br>
                      <a:r>
                        <a:rPr lang="en-IN" sz="2800" dirty="0"/>
                        <a:t>(85.6% smaller)</a:t>
                      </a:r>
                      <a:endParaRPr lang="en-IN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17966"/>
                  </a:ext>
                </a:extLst>
              </a:tr>
              <a:tr h="1104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Compression Efficiency</a:t>
                      </a:r>
                      <a:endParaRPr lang="en-IN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Moderate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Very High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9391" marR="72914" marT="91839" marB="9183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803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963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04" y="220532"/>
            <a:ext cx="8348471" cy="70731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IN" sz="4400" dirty="0"/>
              <a:t>Proposed Methodology</a:t>
            </a:r>
            <a:endParaRPr lang="en-US" sz="4400" b="1" u="sng" kern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10</a:t>
            </a:fld>
            <a:endParaRPr lang="en-US" altLang="zh-CN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4754880" y="3108960"/>
            <a:ext cx="3291840" cy="2651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fontAlgn="auto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  <a:defRPr/>
            </a:pPr>
            <a:endParaRPr kumimoji="0" lang="en-US" altLang="zh-CN" sz="180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</a:endParaRPr>
          </a:p>
        </p:txBody>
      </p:sp>
      <p:graphicFrame>
        <p:nvGraphicFramePr>
          <p:cNvPr id="29" name="Text Placeholder 19">
            <a:extLst>
              <a:ext uri="{FF2B5EF4-FFF2-40B4-BE49-F238E27FC236}">
                <a16:creationId xmlns:a16="http://schemas.microsoft.com/office/drawing/2014/main" id="{DF58727C-6766-41B5-04E1-174933058C18}"/>
              </a:ext>
            </a:extLst>
          </p:cNvPr>
          <p:cNvGraphicFramePr>
            <a:graphicFrameLocks noGrp="1"/>
          </p:cNvGraphicFramePr>
          <p:nvPr>
            <p:ph idx="30"/>
            <p:extLst>
              <p:ext uri="{D42A27DB-BD31-4B8C-83A1-F6EECF244321}">
                <p14:modId xmlns:p14="http://schemas.microsoft.com/office/powerpoint/2010/main" val="3143681881"/>
              </p:ext>
            </p:extLst>
          </p:nvPr>
        </p:nvGraphicFramePr>
        <p:xfrm>
          <a:off x="309281" y="220532"/>
          <a:ext cx="11214848" cy="6847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DCC3F-6786-D1ED-0903-7220F87A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51E8-4E25-7B16-A4D7-6FA3907B3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414" y="475426"/>
            <a:ext cx="4389120" cy="847164"/>
          </a:xfrm>
        </p:spPr>
        <p:txBody>
          <a:bodyPr lIns="0" anchor="b" anchorCtr="0">
            <a:normAutofit fontScale="90000"/>
          </a:bodyPr>
          <a:lstStyle/>
          <a:p>
            <a:pPr algn="ctr"/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sz="6000" dirty="0"/>
            </a:br>
            <a:r>
              <a:rPr lang="en-IN" sz="6000" dirty="0"/>
              <a:t>Results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CDF104-134A-1D91-4B19-22F872B505C5}"/>
              </a:ext>
            </a:extLst>
          </p:cNvPr>
          <p:cNvSpPr>
            <a:spLocks noGrp="1" noChangeArrowheads="1"/>
          </p:cNvSpPr>
          <p:nvPr>
            <p:ph idx="14"/>
          </p:nvPr>
        </p:nvSpPr>
        <p:spPr bwMode="auto">
          <a:xfrm>
            <a:off x="282388" y="1976720"/>
            <a:ext cx="11652762" cy="398227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</a:rPr>
              <a:t>Proposed hybrid model compresses ~4× better than Shannon–Fano.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</a:rPr>
              <a:t>Adaptive RNN probabilities + arithmetic coding produce significantly shorter codes.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</a:rPr>
              <a:t>Perfect reconstruction in both systems, but far higher efficiency in the proposed system.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DCA676A-F1F9-0823-769B-65A7CD67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2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24" y="2829261"/>
            <a:ext cx="4389120" cy="831028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4800" b="1" kern="1200" dirty="0"/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12</a:t>
            </a:fld>
            <a:endParaRPr lang="en-US" altLang="zh-CN" noProof="0"/>
          </a:p>
        </p:txBody>
      </p:sp>
      <p:graphicFrame>
        <p:nvGraphicFramePr>
          <p:cNvPr id="62" name="Rectangle 1">
            <a:extLst>
              <a:ext uri="{FF2B5EF4-FFF2-40B4-BE49-F238E27FC236}">
                <a16:creationId xmlns:a16="http://schemas.microsoft.com/office/drawing/2014/main" id="{8D91EF53-B7E5-4EDA-F59C-4C8A0ED5D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575287"/>
              </p:ext>
            </p:extLst>
          </p:nvPr>
        </p:nvGraphicFramePr>
        <p:xfrm>
          <a:off x="3684494" y="121024"/>
          <a:ext cx="8148918" cy="6462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8308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sz="6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190</TotalTime>
  <Words>654</Words>
  <Application>Microsoft Office PowerPoint</Application>
  <PresentationFormat>Widescreen</PresentationFormat>
  <Paragraphs>100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等线</vt:lpstr>
      <vt:lpstr>Abadi</vt:lpstr>
      <vt:lpstr>Arial</vt:lpstr>
      <vt:lpstr>Calibri</vt:lpstr>
      <vt:lpstr>Comic Sans MS</vt:lpstr>
      <vt:lpstr>Posterama</vt:lpstr>
      <vt:lpstr>Posterama Text SemiBold</vt:lpstr>
      <vt:lpstr>Custom</vt:lpstr>
      <vt:lpstr>Neural Network Based Lossless Text Compression Using RNN and Arithmetic Coding</vt:lpstr>
      <vt:lpstr>Introduction </vt:lpstr>
      <vt:lpstr>Problem Statement</vt:lpstr>
      <vt:lpstr> Existing Algorithms / Systems</vt:lpstr>
      <vt:lpstr>PowerPoint Presentation</vt:lpstr>
      <vt:lpstr>Disadvantages of Existing Systems</vt:lpstr>
      <vt:lpstr>PowerPoint Presentation</vt:lpstr>
      <vt:lpstr>Proposed Algorithm Advantages</vt:lpstr>
      <vt:lpstr>Comparison </vt:lpstr>
      <vt:lpstr>Proposed Methodology</vt:lpstr>
      <vt:lpstr>                         Results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Praveena S</dc:creator>
  <cp:lastModifiedBy>Prarthana Sabarinathan</cp:lastModifiedBy>
  <cp:revision>6</cp:revision>
  <dcterms:created xsi:type="dcterms:W3CDTF">2025-09-03T17:59:34Z</dcterms:created>
  <dcterms:modified xsi:type="dcterms:W3CDTF">2025-11-13T09:18:31Z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